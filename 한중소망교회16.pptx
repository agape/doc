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512" r:id="rId1"/>
  </p:sldMasterIdLst>
  <p:notesMasterIdLst>
    <p:notesMasterId r:id="rId40"/>
  </p:notesMasterIdLst>
  <p:handoutMasterIdLst>
    <p:handoutMasterId r:id="rId41"/>
  </p:handoutMasterIdLst>
  <p:sldIdLst>
    <p:sldId id="256" r:id="rId2"/>
    <p:sldId id="261" r:id="rId3"/>
    <p:sldId id="306" r:id="rId4"/>
    <p:sldId id="909" r:id="rId5"/>
    <p:sldId id="910" r:id="rId6"/>
    <p:sldId id="911" r:id="rId7"/>
    <p:sldId id="912" r:id="rId8"/>
    <p:sldId id="913" r:id="rId9"/>
    <p:sldId id="914" r:id="rId10"/>
    <p:sldId id="257" r:id="rId11"/>
    <p:sldId id="327" r:id="rId12"/>
    <p:sldId id="328" r:id="rId13"/>
    <p:sldId id="329" r:id="rId14"/>
    <p:sldId id="330" r:id="rId15"/>
    <p:sldId id="663" r:id="rId16"/>
    <p:sldId id="262" r:id="rId17"/>
    <p:sldId id="263" r:id="rId18"/>
    <p:sldId id="915" r:id="rId19"/>
    <p:sldId id="916" r:id="rId20"/>
    <p:sldId id="917" r:id="rId21"/>
    <p:sldId id="918" r:id="rId22"/>
    <p:sldId id="919" r:id="rId23"/>
    <p:sldId id="920" r:id="rId24"/>
    <p:sldId id="921" r:id="rId25"/>
    <p:sldId id="922" r:id="rId26"/>
    <p:sldId id="269" r:id="rId27"/>
    <p:sldId id="782" r:id="rId28"/>
    <p:sldId id="501" r:id="rId29"/>
    <p:sldId id="925" r:id="rId30"/>
    <p:sldId id="926" r:id="rId31"/>
    <p:sldId id="927" r:id="rId32"/>
    <p:sldId id="928" r:id="rId33"/>
    <p:sldId id="929" r:id="rId34"/>
    <p:sldId id="930" r:id="rId35"/>
    <p:sldId id="931" r:id="rId36"/>
    <p:sldId id="932" r:id="rId37"/>
    <p:sldId id="933" r:id="rId38"/>
    <p:sldId id="281" r:id="rId39"/>
  </p:sldIdLst>
  <p:sldSz cx="9144000" cy="5145088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23556" autoAdjust="0"/>
    <p:restoredTop sz="76623" autoAdjust="0"/>
  </p:normalViewPr>
  <p:slideViewPr>
    <p:cSldViewPr>
      <p:cViewPr varScale="1">
        <p:scale>
          <a:sx n="94" d="100"/>
          <a:sy n="94" d="100"/>
        </p:scale>
        <p:origin x="-462" y="-96"/>
      </p:cViewPr>
      <p:guideLst>
        <p:guide orient="horz" pos="1621"/>
        <p:guide pos="2880"/>
      </p:guideLst>
    </p:cSldViewPr>
  </p:slideViewPr>
  <p:outlineViewPr>
    <p:cViewPr>
      <p:scale>
        <a:sx n="33" d="100"/>
        <a:sy n="33" d="100"/>
      </p:scale>
      <p:origin x="0" y="39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5028"/>
    </p:cViewPr>
  </p:sorterViewPr>
  <p:notesViewPr>
    <p:cSldViewPr>
      <p:cViewPr varScale="1">
        <p:scale>
          <a:sx n="55" d="100"/>
          <a:sy n="55" d="100"/>
        </p:scale>
        <p:origin x="-2904" y="-90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5E933E-41D2-42F2-A90E-879E8E4E5D14}" type="datetimeFigureOut">
              <a:rPr lang="ko-KR" altLang="en-US" smtClean="0"/>
              <a:pPr/>
              <a:t>2020-04-11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117923-389E-4160-936C-838CEFD2E3F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0424685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7B7D44-06C7-475C-BC80-BA0E3A4D069E}" type="datetimeFigureOut">
              <a:rPr lang="ko-KR" altLang="en-US" smtClean="0"/>
              <a:pPr/>
              <a:t>2020-04-11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C2B02A-DC17-4828-8E6C-C7A34C8DBBE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545270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TU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C2B02A-DC17-4828-8E6C-C7A34C8DBBE7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C2B02A-DC17-4828-8E6C-C7A34C8DBBE7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2961182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C2B02A-DC17-4828-8E6C-C7A34C8DBBE7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2961182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C2B02A-DC17-4828-8E6C-C7A34C8DBBE7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2961182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C2B02A-DC17-4828-8E6C-C7A34C8DBBE7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2961182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C2B02A-DC17-4828-8E6C-C7A34C8DBBE7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2961182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C2B02A-DC17-4828-8E6C-C7A34C8DBBE7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2961182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C2B02A-DC17-4828-8E6C-C7A34C8DBBE7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2961182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C2B02A-DC17-4828-8E6C-C7A34C8DBBE7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2961182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C2B02A-DC17-4828-8E6C-C7A34C8DBBE7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2961182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C2B02A-DC17-4828-8E6C-C7A34C8DBBE7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009918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514350" y="4013666"/>
            <a:ext cx="8629650" cy="1786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标题 28"/>
          <p:cNvSpPr>
            <a:spLocks noGrp="1"/>
          </p:cNvSpPr>
          <p:nvPr>
            <p:ph type="ctrTitle"/>
          </p:nvPr>
        </p:nvSpPr>
        <p:spPr>
          <a:xfrm>
            <a:off x="381000" y="3641183"/>
            <a:ext cx="8458200" cy="917064"/>
          </a:xfrm>
        </p:spPr>
        <p:txBody>
          <a:bodyPr anchor="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381000" y="2915550"/>
            <a:ext cx="8458200" cy="686012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94F4-580C-456C-9AC1-0460A6369F04}" type="datetimeFigureOut">
              <a:rPr lang="ko-KR" altLang="en-US" smtClean="0"/>
              <a:pPr/>
              <a:t>2020-04-11</a:t>
            </a:fld>
            <a:endParaRPr lang="ko-KR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>
          <a:xfrm>
            <a:off x="8229600" y="4856963"/>
            <a:ext cx="758952" cy="185223"/>
          </a:xfrm>
        </p:spPr>
        <p:txBody>
          <a:bodyPr/>
          <a:lstStyle/>
          <a:p>
            <a:fld id="{67993BEA-302B-4FFF-AACD-FFE072B67D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27" name="内容占位符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25" name="日期占位符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94F4-580C-456C-9AC1-0460A6369F04}" type="datetimeFigureOut">
              <a:rPr lang="ko-KR" altLang="en-US" smtClean="0"/>
              <a:pPr/>
              <a:t>2020-04-11</a:t>
            </a:fld>
            <a:endParaRPr lang="ko-KR" altLang="en-US"/>
          </a:p>
        </p:txBody>
      </p:sp>
      <p:sp>
        <p:nvSpPr>
          <p:cNvPr id="19" name="页脚占位符 18"/>
          <p:cNvSpPr>
            <a:spLocks noGrp="1"/>
          </p:cNvSpPr>
          <p:nvPr>
            <p:ph type="ftr" sz="quarter" idx="11"/>
          </p:nvPr>
        </p:nvSpPr>
        <p:spPr>
          <a:xfrm>
            <a:off x="3581400" y="57169"/>
            <a:ext cx="2895600" cy="216761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>
          <a:xfrm>
            <a:off x="8229600" y="4856963"/>
            <a:ext cx="758952" cy="185223"/>
          </a:xfrm>
        </p:spPr>
        <p:txBody>
          <a:bodyPr/>
          <a:lstStyle/>
          <a:p>
            <a:fld id="{67993BEA-302B-4FFF-AACD-FFE072B67D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514350" y="2584475"/>
            <a:ext cx="8629650" cy="1786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381000" y="1257688"/>
            <a:ext cx="8458200" cy="914682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19" name="日期占位符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94F4-580C-456C-9AC1-0460A6369F04}" type="datetimeFigureOut">
              <a:rPr lang="ko-KR" altLang="en-US" smtClean="0"/>
              <a:pPr/>
              <a:t>2020-04-11</a:t>
            </a:fld>
            <a:endParaRPr lang="ko-KR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93BEA-302B-4FFF-AACD-FFE072B67D7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180475" y="2210997"/>
            <a:ext cx="8686800" cy="888893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9"/>
          <p:cNvSpPr>
            <a:spLocks noGrp="1"/>
          </p:cNvSpPr>
          <p:nvPr>
            <p:ph type="title"/>
          </p:nvPr>
        </p:nvSpPr>
        <p:spPr>
          <a:xfrm>
            <a:off x="301752" y="343007"/>
            <a:ext cx="8686800" cy="631131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4" name="内容占位符 13"/>
          <p:cNvSpPr>
            <a:spLocks noGrp="1"/>
          </p:cNvSpPr>
          <p:nvPr>
            <p:ph sz="half" idx="1"/>
          </p:nvPr>
        </p:nvSpPr>
        <p:spPr>
          <a:xfrm>
            <a:off x="304800" y="1200521"/>
            <a:ext cx="4191000" cy="354439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2"/>
          </p:nvPr>
        </p:nvSpPr>
        <p:spPr>
          <a:xfrm>
            <a:off x="4648200" y="1200521"/>
            <a:ext cx="4343400" cy="354439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21" name="日期占位符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94F4-580C-456C-9AC1-0460A6369F04}" type="datetimeFigureOut">
              <a:rPr lang="ko-KR" altLang="en-US" smtClean="0"/>
              <a:pPr/>
              <a:t>2020-04-11</a:t>
            </a:fld>
            <a:endParaRPr lang="ko-KR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93BEA-302B-4FFF-AACD-FFE072B67D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 28"/>
          <p:cNvSpPr>
            <a:spLocks noGrp="1"/>
          </p:cNvSpPr>
          <p:nvPr>
            <p:ph type="title"/>
          </p:nvPr>
        </p:nvSpPr>
        <p:spPr>
          <a:xfrm>
            <a:off x="304800" y="4058903"/>
            <a:ext cx="8610600" cy="662192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281444" y="500218"/>
            <a:ext cx="4290556" cy="479970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25" name="文本占位符 24"/>
          <p:cNvSpPr>
            <a:spLocks noGrp="1"/>
          </p:cNvSpPr>
          <p:nvPr>
            <p:ph type="body" sz="half" idx="3"/>
          </p:nvPr>
        </p:nvSpPr>
        <p:spPr>
          <a:xfrm>
            <a:off x="4645028" y="500218"/>
            <a:ext cx="4292241" cy="479970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281444" y="987334"/>
            <a:ext cx="4290556" cy="295723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28" name="内容占位符 27"/>
          <p:cNvSpPr>
            <a:spLocks noGrp="1"/>
          </p:cNvSpPr>
          <p:nvPr>
            <p:ph sz="quarter" idx="4"/>
          </p:nvPr>
        </p:nvSpPr>
        <p:spPr>
          <a:xfrm>
            <a:off x="4648730" y="987334"/>
            <a:ext cx="4288536" cy="295723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94F4-580C-456C-9AC1-0460A6369F04}" type="datetimeFigureOut">
              <a:rPr lang="ko-KR" altLang="en-US" smtClean="0"/>
              <a:pPr/>
              <a:t>2020-04-11</a:t>
            </a:fld>
            <a:endParaRPr lang="ko-KR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229600" y="4859251"/>
            <a:ext cx="762000" cy="185223"/>
          </a:xfrm>
        </p:spPr>
        <p:txBody>
          <a:bodyPr/>
          <a:lstStyle/>
          <a:p>
            <a:fld id="{67993BEA-302B-4FFF-AACD-FFE072B67D7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1" name="直接连接符 10"/>
          <p:cNvSpPr>
            <a:spLocks noChangeShapeType="1"/>
          </p:cNvSpPr>
          <p:nvPr/>
        </p:nvSpPr>
        <p:spPr bwMode="auto">
          <a:xfrm>
            <a:off x="514350" y="4516244"/>
            <a:ext cx="8629650" cy="1786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 29"/>
          <p:cNvSpPr>
            <a:spLocks noGrp="1"/>
          </p:cNvSpPr>
          <p:nvPr>
            <p:ph type="title"/>
          </p:nvPr>
        </p:nvSpPr>
        <p:spPr>
          <a:xfrm>
            <a:off x="301752" y="343007"/>
            <a:ext cx="8686800" cy="631131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94F4-580C-456C-9AC1-0460A6369F04}" type="datetimeFigureOut">
              <a:rPr lang="ko-KR" altLang="en-US" smtClean="0"/>
              <a:pPr/>
              <a:t>2020-04-11</a:t>
            </a:fld>
            <a:endParaRPr lang="ko-KR" altLang="en-US"/>
          </a:p>
        </p:txBody>
      </p:sp>
      <p:sp>
        <p:nvSpPr>
          <p:cNvPr id="21" name="页脚占位符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93BEA-302B-4FFF-AACD-FFE072B67D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94F4-580C-456C-9AC1-0460A6369F04}" type="datetimeFigureOut">
              <a:rPr lang="ko-KR" altLang="en-US" smtClean="0"/>
              <a:pPr/>
              <a:t>2020-04-11</a:t>
            </a:fld>
            <a:endParaRPr lang="ko-KR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93BEA-302B-4FFF-AACD-FFE072B67D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接连接符 7"/>
          <p:cNvSpPr>
            <a:spLocks noChangeShapeType="1"/>
          </p:cNvSpPr>
          <p:nvPr/>
        </p:nvSpPr>
        <p:spPr bwMode="auto">
          <a:xfrm>
            <a:off x="514350" y="4388193"/>
            <a:ext cx="8629650" cy="1786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457200" y="4116070"/>
            <a:ext cx="8458200" cy="390646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idx="2"/>
          </p:nvPr>
        </p:nvSpPr>
        <p:spPr>
          <a:xfrm>
            <a:off x="457203" y="457341"/>
            <a:ext cx="3008313" cy="3601562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14" name="内容占位符 13"/>
          <p:cNvSpPr>
            <a:spLocks noGrp="1"/>
          </p:cNvSpPr>
          <p:nvPr>
            <p:ph sz="half" idx="1"/>
          </p:nvPr>
        </p:nvSpPr>
        <p:spPr>
          <a:xfrm>
            <a:off x="3575050" y="457341"/>
            <a:ext cx="5340350" cy="36015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25" name="日期占位符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94F4-580C-456C-9AC1-0460A6369F04}" type="datetimeFigureOut">
              <a:rPr lang="ko-KR" altLang="en-US" smtClean="0"/>
              <a:pPr/>
              <a:t>2020-04-11</a:t>
            </a:fld>
            <a:endParaRPr lang="ko-KR" altLang="en-US"/>
          </a:p>
        </p:txBody>
      </p:sp>
      <p:sp>
        <p:nvSpPr>
          <p:cNvPr id="29" name="页脚占位符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93BEA-302B-4FFF-AACD-FFE072B67D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图片占位符 12"/>
          <p:cNvSpPr>
            <a:spLocks noGrp="1"/>
          </p:cNvSpPr>
          <p:nvPr>
            <p:ph type="pic" idx="1"/>
          </p:nvPr>
        </p:nvSpPr>
        <p:spPr>
          <a:xfrm>
            <a:off x="3505200" y="462619"/>
            <a:ext cx="5029200" cy="2744047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94F4-580C-456C-9AC1-0460A6369F04}" type="datetimeFigureOut">
              <a:rPr lang="ko-KR" altLang="en-US" smtClean="0"/>
              <a:pPr/>
              <a:t>2020-04-11</a:t>
            </a:fld>
            <a:endParaRPr lang="ko-KR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93BEA-302B-4FFF-AACD-FFE072B67D7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381000" y="3746477"/>
            <a:ext cx="5867400" cy="391837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sz="half" idx="2"/>
          </p:nvPr>
        </p:nvSpPr>
        <p:spPr>
          <a:xfrm>
            <a:off x="381000" y="4151195"/>
            <a:ext cx="5867400" cy="57644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94F4-580C-456C-9AC1-0460A6369F04}" type="datetimeFigureOut">
              <a:rPr lang="ko-KR" altLang="en-US" smtClean="0"/>
              <a:pPr/>
              <a:t>2020-04-11</a:t>
            </a:fld>
            <a:endParaRPr lang="ko-KR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93BEA-302B-4FFF-AACD-FFE072B67D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412085"/>
            <a:ext cx="1828800" cy="4389999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12085"/>
            <a:ext cx="6248400" cy="4389999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94F4-580C-456C-9AC1-0460A6369F04}" type="datetimeFigureOut">
              <a:rPr lang="ko-KR" altLang="en-US" smtClean="0"/>
              <a:pPr/>
              <a:t>2020-04-11</a:t>
            </a:fld>
            <a:endParaRPr lang="ko-KR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93BEA-302B-4FFF-AACD-FFE072B67D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t="-25000" b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514350" y="788417"/>
            <a:ext cx="8629650" cy="1786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304800" y="1165982"/>
            <a:ext cx="8686800" cy="33955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2"/>
          </p:nvPr>
        </p:nvSpPr>
        <p:spPr>
          <a:xfrm>
            <a:off x="6477000" y="57169"/>
            <a:ext cx="2514600" cy="216761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B79C94F4-580C-456C-9AC1-0460A6369F04}" type="datetimeFigureOut">
              <a:rPr lang="ko-KR" altLang="en-US" smtClean="0"/>
              <a:pPr/>
              <a:t>2020-04-11</a:t>
            </a:fld>
            <a:endParaRPr lang="ko-KR" altLang="en-US"/>
          </a:p>
        </p:txBody>
      </p:sp>
      <p:sp>
        <p:nvSpPr>
          <p:cNvPr id="28" name="页脚占位符 27"/>
          <p:cNvSpPr>
            <a:spLocks noGrp="1"/>
          </p:cNvSpPr>
          <p:nvPr>
            <p:ph type="ftr" sz="quarter" idx="3"/>
          </p:nvPr>
        </p:nvSpPr>
        <p:spPr>
          <a:xfrm>
            <a:off x="3124200" y="57169"/>
            <a:ext cx="3352800" cy="216761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229600" y="4859251"/>
            <a:ext cx="762000" cy="183413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67993BEA-302B-4FFF-AACD-FFE072B67D7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0" name="标题占位符 9"/>
          <p:cNvSpPr>
            <a:spLocks noGrp="1"/>
          </p:cNvSpPr>
          <p:nvPr>
            <p:ph type="title"/>
          </p:nvPr>
        </p:nvSpPr>
        <p:spPr>
          <a:xfrm>
            <a:off x="304800" y="343006"/>
            <a:ext cx="8686800" cy="628844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>
            <a:off x="514350" y="788417"/>
            <a:ext cx="8629650" cy="1786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直接连接符 11"/>
          <p:cNvSpPr>
            <a:spLocks noChangeShapeType="1"/>
          </p:cNvSpPr>
          <p:nvPr/>
        </p:nvSpPr>
        <p:spPr bwMode="auto">
          <a:xfrm>
            <a:off x="514350" y="793735"/>
            <a:ext cx="8629650" cy="1786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13" r:id="rId1"/>
    <p:sldLayoutId id="2147484514" r:id="rId2"/>
    <p:sldLayoutId id="2147484515" r:id="rId3"/>
    <p:sldLayoutId id="2147484516" r:id="rId4"/>
    <p:sldLayoutId id="2147484517" r:id="rId5"/>
    <p:sldLayoutId id="2147484518" r:id="rId6"/>
    <p:sldLayoutId id="2147484519" r:id="rId7"/>
    <p:sldLayoutId id="2147484520" r:id="rId8"/>
    <p:sldLayoutId id="2147484521" r:id="rId9"/>
    <p:sldLayoutId id="2147484522" r:id="rId10"/>
    <p:sldLayoutId id="2147484523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slide" Target="slide5.xml"/><Relationship Id="rId4" Type="http://schemas.openxmlformats.org/officeDocument/2006/relationships/slide" Target="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slide" Target="slide5.xml"/><Relationship Id="rId4" Type="http://schemas.openxmlformats.org/officeDocument/2006/relationships/slide" Target="sl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slide" Target="slide5.xml"/><Relationship Id="rId4" Type="http://schemas.openxmlformats.org/officeDocument/2006/relationships/slide" Target="slid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slide" Target="slide5.xml"/><Relationship Id="rId4" Type="http://schemas.openxmlformats.org/officeDocument/2006/relationships/slide" Target="slid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slide" Target="slide5.xml"/><Relationship Id="rId4" Type="http://schemas.openxmlformats.org/officeDocument/2006/relationships/slide" Target="slid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slide" Target="slide5.xml"/><Relationship Id="rId4" Type="http://schemas.openxmlformats.org/officeDocument/2006/relationships/slide" Target="slide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slide" Target="slide2.xml"/><Relationship Id="rId4" Type="http://schemas.openxmlformats.org/officeDocument/2006/relationships/slide" Target="slide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slide" Target="slide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slide" Target="slide2.xml"/><Relationship Id="rId4" Type="http://schemas.openxmlformats.org/officeDocument/2006/relationships/slide" Target="slide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slide" Target="slide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slide" Target="slide2.xml"/><Relationship Id="rId4" Type="http://schemas.openxmlformats.org/officeDocument/2006/relationships/slide" Target="slide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slide" Target="slide2.xml"/><Relationship Id="rId4" Type="http://schemas.openxmlformats.org/officeDocument/2006/relationships/slide" Target="slide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slide" Target="slide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slide" Target="slide2.xml"/><Relationship Id="rId4" Type="http://schemas.openxmlformats.org/officeDocument/2006/relationships/slide" Target="slide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slide" Target="slide2.xml"/><Relationship Id="rId4" Type="http://schemas.openxmlformats.org/officeDocument/2006/relationships/slide" Target="slide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55576" y="1060379"/>
            <a:ext cx="7772400" cy="750331"/>
          </a:xfrm>
        </p:spPr>
        <p:txBody>
          <a:bodyPr>
            <a:noAutofit/>
          </a:bodyPr>
          <a:lstStyle/>
          <a:p>
            <a:r>
              <a:rPr lang="ko-KR" altLang="en-US" sz="6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한중소망교회</a:t>
            </a:r>
            <a:r>
              <a:rPr lang="en-US" altLang="ko-KR" sz="6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/>
            </a:r>
            <a:br>
              <a:rPr lang="en-US" altLang="ko-KR" sz="6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</a:br>
            <a:r>
              <a:rPr lang="ko-KR" altLang="en-US" sz="6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주일예배</a:t>
            </a:r>
            <a:endParaRPr lang="ko-KR" altLang="en-US" sz="6000" b="1" dirty="0">
              <a:solidFill>
                <a:schemeClr val="tx1">
                  <a:lumMod val="95000"/>
                  <a:lumOff val="5000"/>
                </a:schemeClr>
              </a:solidFill>
              <a:latin typeface="궁서체" panose="02030609000101010101" pitchFamily="17" charset="-127"/>
              <a:ea typeface="궁서체" panose="02030609000101010101" pitchFamily="17" charset="-127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4067944" y="4228729"/>
            <a:ext cx="4464496" cy="540627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sz="32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담임목사</a:t>
            </a:r>
            <a:r>
              <a:rPr lang="en-US" altLang="ko-KR" sz="32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: </a:t>
            </a:r>
            <a:r>
              <a:rPr lang="ko-KR" altLang="en-US" sz="32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도미환 목사</a:t>
            </a:r>
            <a:endParaRPr lang="ko-KR" alt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궁서체" panose="02030609000101010101" pitchFamily="17" charset="-127"/>
              <a:ea typeface="궁서체" panose="02030609000101010101" pitchFamily="17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333943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CCC6ECF4-24E8-4F90-9549-4D424BD9C8F6}"/>
              </a:ext>
            </a:extLst>
          </p:cNvPr>
          <p:cNvSpPr txBox="1"/>
          <p:nvPr/>
        </p:nvSpPr>
        <p:spPr>
          <a:xfrm>
            <a:off x="971600" y="1492425"/>
            <a:ext cx="732447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예배의 </a:t>
            </a:r>
            <a:r>
              <a:rPr lang="ko-KR" altLang="en-US" sz="88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부름</a:t>
            </a:r>
            <a:endParaRPr lang="en-US" altLang="ko-KR" sz="8800" b="1" dirty="0" smtClean="0">
              <a:solidFill>
                <a:schemeClr val="tx1">
                  <a:lumMod val="95000"/>
                  <a:lumOff val="5000"/>
                </a:schemeClr>
              </a:solidFill>
              <a:latin typeface="궁서체" panose="02030609000101010101" pitchFamily="17" charset="-127"/>
              <a:ea typeface="궁서체" panose="02030609000101010101" pitchFamily="17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70035436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CCC6ECF4-24E8-4F90-9549-4D424BD9C8F6}"/>
              </a:ext>
            </a:extLst>
          </p:cNvPr>
          <p:cNvSpPr txBox="1"/>
          <p:nvPr/>
        </p:nvSpPr>
        <p:spPr>
          <a:xfrm>
            <a:off x="-775" y="1060378"/>
            <a:ext cx="9144775" cy="1880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6560"/>
              </a:lnSpc>
            </a:pPr>
            <a:r>
              <a:rPr lang="ko-KR" altLang="en-US" sz="88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찬송 </a:t>
            </a:r>
            <a:r>
              <a:rPr lang="en-US" altLang="ko-KR" sz="88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161</a:t>
            </a:r>
            <a:r>
              <a:rPr lang="ko-KR" altLang="en-US" sz="88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장</a:t>
            </a:r>
            <a:endParaRPr lang="en-US" altLang="ko-KR" sz="8800" b="1" dirty="0" smtClean="0">
              <a:solidFill>
                <a:schemeClr val="tx1">
                  <a:lumMod val="95000"/>
                  <a:lumOff val="5000"/>
                </a:schemeClr>
              </a:solidFill>
              <a:latin typeface="궁서체" panose="02030609000101010101" pitchFamily="17" charset="-127"/>
              <a:ea typeface="궁서체" panose="02030609000101010101" pitchFamily="17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5591275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그림 1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5145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AutoShape 1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254000" y="4878306"/>
            <a:ext cx="2111375" cy="171503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</p:spPr>
        <p:txBody>
          <a:bodyPr lIns="45720" rIns="45720" anchor="ctr"/>
          <a:lstStyle/>
          <a:p>
            <a:pPr eaLnBrk="1" hangingPunct="1"/>
            <a:r>
              <a:rPr lang="en-US" altLang="ko-KR" sz="1100">
                <a:solidFill>
                  <a:srgbClr val="FF0000"/>
                </a:solidFill>
              </a:rPr>
              <a:t>1.</a:t>
            </a:r>
            <a:r>
              <a:rPr lang="ko-KR" altLang="en-US" sz="1100">
                <a:solidFill>
                  <a:srgbClr val="FF0000"/>
                </a:solidFill>
              </a:rPr>
              <a:t>할렐루야 우리 예수 부활</a:t>
            </a:r>
          </a:p>
        </p:txBody>
      </p:sp>
      <p:sp>
        <p:nvSpPr>
          <p:cNvPr id="2052" name="AutoShape 14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2428875" y="4878306"/>
            <a:ext cx="2111375" cy="171503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</p:spPr>
        <p:txBody>
          <a:bodyPr lIns="45720" rIns="45720" anchor="ctr"/>
          <a:lstStyle/>
          <a:p>
            <a:pPr eaLnBrk="1" hangingPunct="1"/>
            <a:r>
              <a:rPr lang="en-US" altLang="ko-KR" sz="1100"/>
              <a:t>2.</a:t>
            </a:r>
            <a:r>
              <a:rPr lang="ko-KR" altLang="en-US" sz="1100"/>
              <a:t>할렐루야 우리 예수 왕의 왕이</a:t>
            </a:r>
          </a:p>
        </p:txBody>
      </p:sp>
      <p:sp>
        <p:nvSpPr>
          <p:cNvPr id="2053" name="AutoShape 15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4603751" y="4878306"/>
            <a:ext cx="2111375" cy="171503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</p:spPr>
        <p:txBody>
          <a:bodyPr lIns="45720" rIns="45720" anchor="ctr"/>
          <a:lstStyle/>
          <a:p>
            <a:pPr eaLnBrk="1" hangingPunct="1"/>
            <a:r>
              <a:rPr lang="en-US" altLang="ko-KR" sz="1100"/>
              <a:t>3.</a:t>
            </a:r>
            <a:r>
              <a:rPr lang="ko-KR" altLang="en-US" sz="1100"/>
              <a:t>할렐루야 우리 예수 흠과 티가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그림 1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5145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5" name="AutoShape 1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254000" y="4878306"/>
            <a:ext cx="2111375" cy="171503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</p:spPr>
        <p:txBody>
          <a:bodyPr lIns="45720" rIns="45720" anchor="ctr"/>
          <a:lstStyle/>
          <a:p>
            <a:pPr eaLnBrk="1" hangingPunct="1"/>
            <a:r>
              <a:rPr lang="en-US" altLang="ko-KR" sz="1100">
                <a:solidFill>
                  <a:srgbClr val="FF0000"/>
                </a:solidFill>
              </a:rPr>
              <a:t>1.</a:t>
            </a:r>
            <a:r>
              <a:rPr lang="ko-KR" altLang="en-US" sz="1100">
                <a:solidFill>
                  <a:srgbClr val="FF0000"/>
                </a:solidFill>
              </a:rPr>
              <a:t>할렐루야 우리 예수 부활</a:t>
            </a:r>
          </a:p>
        </p:txBody>
      </p:sp>
      <p:sp>
        <p:nvSpPr>
          <p:cNvPr id="3076" name="AutoShape 14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2428875" y="4878306"/>
            <a:ext cx="2111375" cy="171503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</p:spPr>
        <p:txBody>
          <a:bodyPr lIns="45720" rIns="45720" anchor="ctr"/>
          <a:lstStyle/>
          <a:p>
            <a:pPr eaLnBrk="1" hangingPunct="1"/>
            <a:r>
              <a:rPr lang="en-US" altLang="ko-KR" sz="1100"/>
              <a:t>2.</a:t>
            </a:r>
            <a:r>
              <a:rPr lang="ko-KR" altLang="en-US" sz="1100"/>
              <a:t>할렐루야 우리 예수 왕의 왕이</a:t>
            </a:r>
          </a:p>
        </p:txBody>
      </p:sp>
      <p:sp>
        <p:nvSpPr>
          <p:cNvPr id="3077" name="AutoShape 15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4603751" y="4878306"/>
            <a:ext cx="2111375" cy="171503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</p:spPr>
        <p:txBody>
          <a:bodyPr lIns="45720" rIns="45720" anchor="ctr"/>
          <a:lstStyle/>
          <a:p>
            <a:pPr eaLnBrk="1" hangingPunct="1"/>
            <a:r>
              <a:rPr lang="en-US" altLang="ko-KR" sz="1100"/>
              <a:t>3.</a:t>
            </a:r>
            <a:r>
              <a:rPr lang="ko-KR" altLang="en-US" sz="1100"/>
              <a:t>할렐루야 우리 예수 흠과 티가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그림 1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5145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9" name="AutoShape 1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254000" y="4878306"/>
            <a:ext cx="2111375" cy="171503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</p:spPr>
        <p:txBody>
          <a:bodyPr lIns="45720" rIns="45720" anchor="ctr"/>
          <a:lstStyle/>
          <a:p>
            <a:pPr eaLnBrk="1" hangingPunct="1"/>
            <a:r>
              <a:rPr lang="en-US" altLang="ko-KR" sz="1100"/>
              <a:t>1.</a:t>
            </a:r>
            <a:r>
              <a:rPr lang="ko-KR" altLang="en-US" sz="1100"/>
              <a:t>할렐루야 우리 예수 부활</a:t>
            </a:r>
          </a:p>
        </p:txBody>
      </p:sp>
      <p:sp>
        <p:nvSpPr>
          <p:cNvPr id="4100" name="AutoShape 14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2428875" y="4878306"/>
            <a:ext cx="2111375" cy="171503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</p:spPr>
        <p:txBody>
          <a:bodyPr lIns="45720" rIns="45720" anchor="ctr"/>
          <a:lstStyle/>
          <a:p>
            <a:pPr eaLnBrk="1" hangingPunct="1"/>
            <a:r>
              <a:rPr lang="en-US" altLang="ko-KR" sz="1100">
                <a:solidFill>
                  <a:srgbClr val="FF0000"/>
                </a:solidFill>
              </a:rPr>
              <a:t>2.</a:t>
            </a:r>
            <a:r>
              <a:rPr lang="ko-KR" altLang="en-US" sz="1100">
                <a:solidFill>
                  <a:srgbClr val="FF0000"/>
                </a:solidFill>
              </a:rPr>
              <a:t>할렐루야 우리 예수 왕의 왕이</a:t>
            </a:r>
          </a:p>
        </p:txBody>
      </p:sp>
      <p:sp>
        <p:nvSpPr>
          <p:cNvPr id="4101" name="AutoShape 15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4603751" y="4878306"/>
            <a:ext cx="2111375" cy="171503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</p:spPr>
        <p:txBody>
          <a:bodyPr lIns="45720" rIns="45720" anchor="ctr"/>
          <a:lstStyle/>
          <a:p>
            <a:pPr eaLnBrk="1" hangingPunct="1"/>
            <a:r>
              <a:rPr lang="en-US" altLang="ko-KR" sz="1100"/>
              <a:t>3.</a:t>
            </a:r>
            <a:r>
              <a:rPr lang="ko-KR" altLang="en-US" sz="1100"/>
              <a:t>할렐루야 우리 예수 흠과 티가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그림 1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5145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3" name="AutoShape 1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254000" y="4878306"/>
            <a:ext cx="2111375" cy="171503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</p:spPr>
        <p:txBody>
          <a:bodyPr lIns="45720" rIns="45720" anchor="ctr"/>
          <a:lstStyle/>
          <a:p>
            <a:pPr eaLnBrk="1" hangingPunct="1"/>
            <a:r>
              <a:rPr lang="en-US" altLang="ko-KR" sz="1100"/>
              <a:t>1.</a:t>
            </a:r>
            <a:r>
              <a:rPr lang="ko-KR" altLang="en-US" sz="1100"/>
              <a:t>할렐루야 우리 예수 부활</a:t>
            </a:r>
          </a:p>
        </p:txBody>
      </p:sp>
      <p:sp>
        <p:nvSpPr>
          <p:cNvPr id="5124" name="AutoShape 14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2428875" y="4878306"/>
            <a:ext cx="2111375" cy="171503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</p:spPr>
        <p:txBody>
          <a:bodyPr lIns="45720" rIns="45720" anchor="ctr"/>
          <a:lstStyle/>
          <a:p>
            <a:pPr eaLnBrk="1" hangingPunct="1"/>
            <a:r>
              <a:rPr lang="en-US" altLang="ko-KR" sz="1100">
                <a:solidFill>
                  <a:srgbClr val="FF0000"/>
                </a:solidFill>
              </a:rPr>
              <a:t>2.</a:t>
            </a:r>
            <a:r>
              <a:rPr lang="ko-KR" altLang="en-US" sz="1100">
                <a:solidFill>
                  <a:srgbClr val="FF0000"/>
                </a:solidFill>
              </a:rPr>
              <a:t>할렐루야 우리 예수 왕의 왕이</a:t>
            </a:r>
          </a:p>
        </p:txBody>
      </p:sp>
      <p:sp>
        <p:nvSpPr>
          <p:cNvPr id="5125" name="AutoShape 15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4603751" y="4878306"/>
            <a:ext cx="2111375" cy="171503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</p:spPr>
        <p:txBody>
          <a:bodyPr lIns="45720" rIns="45720" anchor="ctr"/>
          <a:lstStyle/>
          <a:p>
            <a:pPr eaLnBrk="1" hangingPunct="1"/>
            <a:r>
              <a:rPr lang="en-US" altLang="ko-KR" sz="1100"/>
              <a:t>3.</a:t>
            </a:r>
            <a:r>
              <a:rPr lang="ko-KR" altLang="en-US" sz="1100"/>
              <a:t>할렐루야 우리 예수 흠과 티가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그림 1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5145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7" name="AutoShape 1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254000" y="4878306"/>
            <a:ext cx="2111375" cy="171503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</p:spPr>
        <p:txBody>
          <a:bodyPr lIns="45720" rIns="45720" anchor="ctr"/>
          <a:lstStyle/>
          <a:p>
            <a:pPr eaLnBrk="1" hangingPunct="1"/>
            <a:r>
              <a:rPr lang="en-US" altLang="ko-KR" sz="1100"/>
              <a:t>1.</a:t>
            </a:r>
            <a:r>
              <a:rPr lang="ko-KR" altLang="en-US" sz="1100"/>
              <a:t>할렐루야 우리 예수 부활</a:t>
            </a:r>
          </a:p>
        </p:txBody>
      </p:sp>
      <p:sp>
        <p:nvSpPr>
          <p:cNvPr id="6148" name="AutoShape 14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2428875" y="4878306"/>
            <a:ext cx="2111375" cy="171503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</p:spPr>
        <p:txBody>
          <a:bodyPr lIns="45720" rIns="45720" anchor="ctr"/>
          <a:lstStyle/>
          <a:p>
            <a:pPr eaLnBrk="1" hangingPunct="1"/>
            <a:r>
              <a:rPr lang="en-US" altLang="ko-KR" sz="1100"/>
              <a:t>2.</a:t>
            </a:r>
            <a:r>
              <a:rPr lang="ko-KR" altLang="en-US" sz="1100"/>
              <a:t>할렐루야 우리 예수 왕의 왕이</a:t>
            </a:r>
          </a:p>
        </p:txBody>
      </p:sp>
      <p:sp>
        <p:nvSpPr>
          <p:cNvPr id="6149" name="AutoShape 15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4603751" y="4878306"/>
            <a:ext cx="2111375" cy="171503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</p:spPr>
        <p:txBody>
          <a:bodyPr lIns="45720" rIns="45720" anchor="ctr"/>
          <a:lstStyle/>
          <a:p>
            <a:pPr eaLnBrk="1" hangingPunct="1"/>
            <a:r>
              <a:rPr lang="en-US" altLang="ko-KR" sz="1100">
                <a:solidFill>
                  <a:srgbClr val="FF0000"/>
                </a:solidFill>
              </a:rPr>
              <a:t>3.</a:t>
            </a:r>
            <a:r>
              <a:rPr lang="ko-KR" altLang="en-US" sz="1100">
                <a:solidFill>
                  <a:srgbClr val="FF0000"/>
                </a:solidFill>
              </a:rPr>
              <a:t>할렐루야 우리 예수 흠과 티가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그림 1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5145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1" name="AutoShape 1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254000" y="4878306"/>
            <a:ext cx="2111375" cy="171503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</p:spPr>
        <p:txBody>
          <a:bodyPr lIns="45720" rIns="45720" anchor="ctr"/>
          <a:lstStyle/>
          <a:p>
            <a:pPr eaLnBrk="1" hangingPunct="1"/>
            <a:r>
              <a:rPr lang="en-US" altLang="ko-KR" sz="1100"/>
              <a:t>1.</a:t>
            </a:r>
            <a:r>
              <a:rPr lang="ko-KR" altLang="en-US" sz="1100"/>
              <a:t>할렐루야 우리 예수 부활</a:t>
            </a:r>
          </a:p>
        </p:txBody>
      </p:sp>
      <p:sp>
        <p:nvSpPr>
          <p:cNvPr id="7172" name="AutoShape 14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2428875" y="4878306"/>
            <a:ext cx="2111375" cy="171503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</p:spPr>
        <p:txBody>
          <a:bodyPr lIns="45720" rIns="45720" anchor="ctr"/>
          <a:lstStyle/>
          <a:p>
            <a:pPr eaLnBrk="1" hangingPunct="1"/>
            <a:r>
              <a:rPr lang="en-US" altLang="ko-KR" sz="1100"/>
              <a:t>2.</a:t>
            </a:r>
            <a:r>
              <a:rPr lang="ko-KR" altLang="en-US" sz="1100"/>
              <a:t>할렐루야 우리 예수 왕의 왕이</a:t>
            </a:r>
          </a:p>
        </p:txBody>
      </p:sp>
      <p:sp>
        <p:nvSpPr>
          <p:cNvPr id="7173" name="AutoShape 15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4603751" y="4878306"/>
            <a:ext cx="2111375" cy="171503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</p:spPr>
        <p:txBody>
          <a:bodyPr lIns="45720" rIns="45720" anchor="ctr"/>
          <a:lstStyle/>
          <a:p>
            <a:pPr eaLnBrk="1" hangingPunct="1"/>
            <a:r>
              <a:rPr lang="en-US" altLang="ko-KR" sz="1100">
                <a:solidFill>
                  <a:srgbClr val="FF0000"/>
                </a:solidFill>
              </a:rPr>
              <a:t>3.</a:t>
            </a:r>
            <a:r>
              <a:rPr lang="ko-KR" altLang="en-US" sz="1100">
                <a:solidFill>
                  <a:srgbClr val="FF0000"/>
                </a:solidFill>
              </a:rPr>
              <a:t>할렐루야 우리 예수 흠과 티가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69D39B64-BD32-4FBF-AA81-F64AE5880FFA}"/>
              </a:ext>
            </a:extLst>
          </p:cNvPr>
          <p:cNvSpPr txBox="1"/>
          <p:nvPr/>
        </p:nvSpPr>
        <p:spPr>
          <a:xfrm>
            <a:off x="0" y="1572689"/>
            <a:ext cx="9144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사도신경</a:t>
            </a:r>
            <a:endParaRPr lang="zh-CN" altLang="en-US" sz="10400" b="1" dirty="0">
              <a:solidFill>
                <a:schemeClr val="tx1">
                  <a:lumMod val="95000"/>
                  <a:lumOff val="5000"/>
                </a:schemeClr>
              </a:solidFill>
              <a:latin typeface="궁서체" panose="02030609000101010101" pitchFamily="17" charset="-127"/>
              <a:ea typeface="궁서체" panose="02030609000101010101" pitchFamily="17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0279021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69D39B64-BD32-4FBF-AA81-F64AE5880FFA}"/>
              </a:ext>
            </a:extLst>
          </p:cNvPr>
          <p:cNvSpPr txBox="1"/>
          <p:nvPr/>
        </p:nvSpPr>
        <p:spPr>
          <a:xfrm>
            <a:off x="928771" y="386275"/>
            <a:ext cx="7675677" cy="4490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ko-KR" altLang="en-US" sz="48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나는 </a:t>
            </a:r>
            <a:r>
              <a:rPr lang="ko-KR" altLang="en-US" sz="4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전능하신 아버지 </a:t>
            </a:r>
            <a:endParaRPr lang="en-US" altLang="ko-KR" sz="4800" b="1" dirty="0" smtClean="0">
              <a:solidFill>
                <a:schemeClr val="tx1">
                  <a:lumMod val="95000"/>
                  <a:lumOff val="5000"/>
                </a:schemeClr>
              </a:solidFill>
              <a:latin typeface="Malgun Gothic" pitchFamily="34" charset="-127"/>
              <a:ea typeface="Malgun Gothic" pitchFamily="34" charset="-127"/>
            </a:endParaRPr>
          </a:p>
          <a:p>
            <a:pPr algn="ctr">
              <a:lnSpc>
                <a:spcPts val="7000"/>
              </a:lnSpc>
            </a:pPr>
            <a:r>
              <a:rPr lang="ko-KR" altLang="en-US" sz="48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하나님</a:t>
            </a:r>
            <a:r>
              <a:rPr lang="en-US" altLang="ko-KR" sz="4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, </a:t>
            </a:r>
            <a:r>
              <a:rPr lang="ko-KR" altLang="en-US" sz="4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천지의 창조주를 믿습니다</a:t>
            </a:r>
            <a:r>
              <a:rPr lang="en-US" altLang="ko-KR" sz="4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. </a:t>
            </a:r>
            <a:r>
              <a:rPr lang="ko-KR" altLang="en-US" sz="4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나는 그의 </a:t>
            </a:r>
            <a:endParaRPr lang="en-US" altLang="ko-KR" sz="4800" b="1" dirty="0" smtClean="0">
              <a:solidFill>
                <a:schemeClr val="tx1">
                  <a:lumMod val="95000"/>
                  <a:lumOff val="5000"/>
                </a:schemeClr>
              </a:solidFill>
              <a:latin typeface="Malgun Gothic" pitchFamily="34" charset="-127"/>
              <a:ea typeface="Malgun Gothic" pitchFamily="34" charset="-127"/>
            </a:endParaRPr>
          </a:p>
          <a:p>
            <a:pPr algn="ctr">
              <a:lnSpc>
                <a:spcPts val="7000"/>
              </a:lnSpc>
            </a:pPr>
            <a:r>
              <a:rPr lang="ko-KR" altLang="en-US" sz="48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유일하신 </a:t>
            </a:r>
            <a:r>
              <a:rPr lang="ko-KR" altLang="en-US" sz="4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아들</a:t>
            </a:r>
            <a:r>
              <a:rPr lang="en-US" altLang="ko-KR" sz="4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, </a:t>
            </a:r>
            <a:r>
              <a:rPr lang="ko-KR" altLang="en-US" sz="4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우리 </a:t>
            </a:r>
            <a:r>
              <a:rPr lang="ko-KR" altLang="en-US" sz="48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주 </a:t>
            </a:r>
            <a:endParaRPr lang="en-US" altLang="ko-KR" sz="4800" b="1" dirty="0" smtClean="0">
              <a:solidFill>
                <a:schemeClr val="tx1">
                  <a:lumMod val="95000"/>
                  <a:lumOff val="5000"/>
                </a:schemeClr>
              </a:solidFill>
              <a:latin typeface="Malgun Gothic" pitchFamily="34" charset="-127"/>
              <a:ea typeface="Malgun Gothic" pitchFamily="34" charset="-127"/>
            </a:endParaRPr>
          </a:p>
          <a:p>
            <a:pPr algn="ctr">
              <a:lnSpc>
                <a:spcPts val="7000"/>
              </a:lnSpc>
            </a:pPr>
            <a:r>
              <a:rPr lang="ko-KR" altLang="en-US" sz="48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예수 </a:t>
            </a:r>
            <a:r>
              <a:rPr lang="ko-KR" altLang="en-US" sz="4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그리스도를 믿습니다</a:t>
            </a:r>
            <a:r>
              <a:rPr lang="en-US" altLang="ko-KR" sz="4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. </a:t>
            </a:r>
            <a:endParaRPr lang="zh-CN" altLang="en-US" sz="4800" b="1" dirty="0">
              <a:solidFill>
                <a:schemeClr val="tx1">
                  <a:lumMod val="95000"/>
                  <a:lumOff val="5000"/>
                </a:schemeClr>
              </a:solidFill>
              <a:latin typeface="Malgun Gothic" pitchFamily="34" charset="-127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1852242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69D39B64-BD32-4FBF-AA81-F64AE5880FFA}"/>
              </a:ext>
            </a:extLst>
          </p:cNvPr>
          <p:cNvSpPr txBox="1"/>
          <p:nvPr/>
        </p:nvSpPr>
        <p:spPr>
          <a:xfrm>
            <a:off x="856762" y="386275"/>
            <a:ext cx="7531662" cy="4490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ko-KR" altLang="en-US" sz="48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그는 </a:t>
            </a:r>
            <a:r>
              <a:rPr lang="ko-KR" altLang="en-US" sz="4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성령으로 잉태되어 </a:t>
            </a:r>
            <a:endParaRPr lang="en-US" altLang="ko-KR" sz="4800" b="1" dirty="0" smtClean="0">
              <a:solidFill>
                <a:schemeClr val="tx1">
                  <a:lumMod val="95000"/>
                  <a:lumOff val="5000"/>
                </a:schemeClr>
              </a:solidFill>
              <a:latin typeface="Malgun Gothic" pitchFamily="34" charset="-127"/>
              <a:ea typeface="Malgun Gothic" pitchFamily="34" charset="-127"/>
            </a:endParaRPr>
          </a:p>
          <a:p>
            <a:pPr algn="ctr">
              <a:lnSpc>
                <a:spcPts val="7000"/>
              </a:lnSpc>
            </a:pPr>
            <a:r>
              <a:rPr lang="ko-KR" altLang="en-US" sz="48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동정녀 </a:t>
            </a:r>
            <a:r>
              <a:rPr lang="ko-KR" altLang="en-US" sz="4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마리아에게서 </a:t>
            </a:r>
            <a:endParaRPr lang="en-US" altLang="ko-KR" sz="4800" b="1" dirty="0" smtClean="0">
              <a:solidFill>
                <a:schemeClr val="tx1">
                  <a:lumMod val="95000"/>
                  <a:lumOff val="5000"/>
                </a:schemeClr>
              </a:solidFill>
              <a:latin typeface="Malgun Gothic" pitchFamily="34" charset="-127"/>
              <a:ea typeface="Malgun Gothic" pitchFamily="34" charset="-127"/>
            </a:endParaRPr>
          </a:p>
          <a:p>
            <a:pPr algn="ctr">
              <a:lnSpc>
                <a:spcPts val="7000"/>
              </a:lnSpc>
            </a:pPr>
            <a:r>
              <a:rPr lang="ko-KR" altLang="en-US" sz="48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나시고</a:t>
            </a:r>
            <a:r>
              <a:rPr lang="en-US" altLang="ko-KR" sz="4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, </a:t>
            </a:r>
            <a:r>
              <a:rPr lang="ko-KR" altLang="en-US" sz="4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본디오</a:t>
            </a:r>
            <a:r>
              <a:rPr lang="ko-KR" altLang="en-US" sz="4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 </a:t>
            </a:r>
            <a:r>
              <a:rPr lang="ko-KR" altLang="en-US" sz="4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빌라도에게</a:t>
            </a:r>
            <a:r>
              <a:rPr lang="ko-KR" altLang="en-US" sz="4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 고난을 받아 십자가에 </a:t>
            </a:r>
            <a:endParaRPr lang="en-US" altLang="ko-KR" sz="4800" b="1" dirty="0" smtClean="0">
              <a:solidFill>
                <a:schemeClr val="tx1">
                  <a:lumMod val="95000"/>
                  <a:lumOff val="5000"/>
                </a:schemeClr>
              </a:solidFill>
              <a:latin typeface="Malgun Gothic" pitchFamily="34" charset="-127"/>
              <a:ea typeface="Malgun Gothic" pitchFamily="34" charset="-127"/>
            </a:endParaRPr>
          </a:p>
          <a:p>
            <a:pPr algn="ctr">
              <a:lnSpc>
                <a:spcPts val="7000"/>
              </a:lnSpc>
            </a:pPr>
            <a:r>
              <a:rPr lang="ko-KR" altLang="en-US" sz="48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못 </a:t>
            </a:r>
            <a:r>
              <a:rPr lang="ko-KR" altLang="en-US" sz="4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박혀 죽으시고</a:t>
            </a:r>
            <a:r>
              <a:rPr lang="en-US" altLang="ko-KR" sz="4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, </a:t>
            </a:r>
            <a:endParaRPr lang="zh-CN" altLang="en-US" sz="4800" b="1" dirty="0">
              <a:solidFill>
                <a:schemeClr val="tx1">
                  <a:lumMod val="95000"/>
                  <a:lumOff val="5000"/>
                </a:schemeClr>
              </a:solidFill>
              <a:latin typeface="Malgun Gothic" pitchFamily="34" charset="-127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0612508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69D39B64-BD32-4FBF-AA81-F64AE5880FFA}"/>
              </a:ext>
            </a:extLst>
          </p:cNvPr>
          <p:cNvSpPr txBox="1"/>
          <p:nvPr/>
        </p:nvSpPr>
        <p:spPr>
          <a:xfrm>
            <a:off x="251520" y="268288"/>
            <a:ext cx="8647278" cy="4580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ko-KR" altLang="en-US" sz="46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장사된 </a:t>
            </a:r>
            <a:r>
              <a:rPr lang="ko-KR" altLang="en-US" sz="4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지 사흘 만에 죽은 자 </a:t>
            </a:r>
            <a:endParaRPr lang="en-US" altLang="ko-KR" sz="4600" b="1" dirty="0" smtClean="0">
              <a:solidFill>
                <a:schemeClr val="tx1">
                  <a:lumMod val="95000"/>
                  <a:lumOff val="5000"/>
                </a:schemeClr>
              </a:solidFill>
              <a:latin typeface="Malgun Gothic" pitchFamily="34" charset="-127"/>
              <a:ea typeface="Malgun Gothic" pitchFamily="34" charset="-127"/>
            </a:endParaRPr>
          </a:p>
          <a:p>
            <a:pPr algn="ctr">
              <a:lnSpc>
                <a:spcPts val="7000"/>
              </a:lnSpc>
            </a:pPr>
            <a:r>
              <a:rPr lang="ko-KR" altLang="en-US" sz="46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가운데서 </a:t>
            </a:r>
            <a:r>
              <a:rPr lang="ko-KR" altLang="en-US" sz="4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다시 살아나셨으며</a:t>
            </a:r>
            <a:r>
              <a:rPr lang="en-US" altLang="ko-KR" sz="4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, </a:t>
            </a:r>
            <a:endParaRPr lang="en-US" altLang="ko-KR" sz="4600" b="1" dirty="0" smtClean="0">
              <a:solidFill>
                <a:schemeClr val="tx1">
                  <a:lumMod val="95000"/>
                  <a:lumOff val="5000"/>
                </a:schemeClr>
              </a:solidFill>
              <a:latin typeface="Malgun Gothic" pitchFamily="34" charset="-127"/>
              <a:ea typeface="Malgun Gothic" pitchFamily="34" charset="-127"/>
            </a:endParaRPr>
          </a:p>
          <a:p>
            <a:pPr algn="ctr">
              <a:lnSpc>
                <a:spcPts val="7000"/>
              </a:lnSpc>
            </a:pPr>
            <a:r>
              <a:rPr lang="ko-KR" altLang="en-US" sz="46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하늘에 </a:t>
            </a:r>
            <a:r>
              <a:rPr lang="ko-KR" altLang="en-US" sz="4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오르시어 </a:t>
            </a:r>
            <a:endParaRPr lang="en-US" altLang="ko-KR" sz="4600" b="1" dirty="0" smtClean="0">
              <a:solidFill>
                <a:schemeClr val="tx1">
                  <a:lumMod val="95000"/>
                  <a:lumOff val="5000"/>
                </a:schemeClr>
              </a:solidFill>
              <a:latin typeface="Malgun Gothic" pitchFamily="34" charset="-127"/>
              <a:ea typeface="Malgun Gothic" pitchFamily="34" charset="-127"/>
            </a:endParaRPr>
          </a:p>
          <a:p>
            <a:pPr algn="ctr">
              <a:lnSpc>
                <a:spcPts val="7000"/>
              </a:lnSpc>
            </a:pPr>
            <a:r>
              <a:rPr lang="ko-KR" altLang="en-US" sz="46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전능하신 아버지 하나님 </a:t>
            </a:r>
            <a:endParaRPr lang="en-US" altLang="ko-KR" sz="4600" b="1" dirty="0" smtClean="0">
              <a:solidFill>
                <a:schemeClr val="tx1">
                  <a:lumMod val="95000"/>
                  <a:lumOff val="5000"/>
                </a:schemeClr>
              </a:solidFill>
              <a:latin typeface="Malgun Gothic" pitchFamily="34" charset="-127"/>
              <a:ea typeface="Malgun Gothic" pitchFamily="34" charset="-127"/>
            </a:endParaRPr>
          </a:p>
          <a:p>
            <a:pPr algn="ctr">
              <a:lnSpc>
                <a:spcPts val="7000"/>
              </a:lnSpc>
            </a:pPr>
            <a:r>
              <a:rPr lang="ko-KR" altLang="en-US" sz="46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우편에 앉아 계시다가</a:t>
            </a:r>
            <a:r>
              <a:rPr lang="en-US" altLang="ko-KR" sz="46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, </a:t>
            </a:r>
          </a:p>
        </p:txBody>
      </p:sp>
    </p:spTree>
    <p:extLst>
      <p:ext uri="{BB962C8B-B14F-4D97-AF65-F5344CB8AC3E}">
        <p14:creationId xmlns:p14="http://schemas.microsoft.com/office/powerpoint/2010/main" xmlns="" val="260612508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69D39B64-BD32-4FBF-AA81-F64AE5880FFA}"/>
              </a:ext>
            </a:extLst>
          </p:cNvPr>
          <p:cNvSpPr txBox="1"/>
          <p:nvPr/>
        </p:nvSpPr>
        <p:spPr>
          <a:xfrm>
            <a:off x="611560" y="340296"/>
            <a:ext cx="8352928" cy="4650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ko-KR" altLang="en-US" sz="46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거기로부터 살아있는 자와 </a:t>
            </a:r>
            <a:endParaRPr lang="en-US" altLang="ko-KR" sz="4600" b="1" dirty="0" smtClean="0">
              <a:solidFill>
                <a:schemeClr val="tx1">
                  <a:lumMod val="95000"/>
                  <a:lumOff val="5000"/>
                </a:schemeClr>
              </a:solidFill>
              <a:latin typeface="Malgun Gothic" pitchFamily="34" charset="-127"/>
              <a:ea typeface="Malgun Gothic" pitchFamily="34" charset="-127"/>
            </a:endParaRPr>
          </a:p>
          <a:p>
            <a:pPr algn="ctr">
              <a:lnSpc>
                <a:spcPts val="6000"/>
              </a:lnSpc>
            </a:pPr>
            <a:r>
              <a:rPr lang="ko-KR" altLang="en-US" sz="46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죽은 자를 심판하러 오십니다</a:t>
            </a:r>
            <a:r>
              <a:rPr lang="en-US" altLang="ko-KR" sz="46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. </a:t>
            </a:r>
            <a:endParaRPr lang="zh-CN" altLang="en-US" sz="4600" b="1" dirty="0" smtClean="0">
              <a:solidFill>
                <a:schemeClr val="tx1">
                  <a:lumMod val="95000"/>
                  <a:lumOff val="5000"/>
                </a:schemeClr>
              </a:solidFill>
              <a:latin typeface="Malgun Gothic" pitchFamily="34" charset="-127"/>
            </a:endParaRPr>
          </a:p>
          <a:p>
            <a:pPr algn="ctr">
              <a:lnSpc>
                <a:spcPts val="6000"/>
              </a:lnSpc>
            </a:pPr>
            <a:r>
              <a:rPr lang="ko-KR" altLang="en-US" sz="46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나는 </a:t>
            </a:r>
            <a:r>
              <a:rPr lang="ko-KR" altLang="en-US" sz="4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성령을 믿으며</a:t>
            </a:r>
            <a:r>
              <a:rPr lang="en-US" altLang="ko-KR" sz="4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, </a:t>
            </a:r>
            <a:r>
              <a:rPr lang="ko-KR" altLang="en-US" sz="4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거룩한 </a:t>
            </a:r>
            <a:r>
              <a:rPr lang="ko-KR" altLang="en-US" sz="4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공교회와</a:t>
            </a:r>
            <a:r>
              <a:rPr lang="ko-KR" altLang="en-US" sz="4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 성도의 교제와 </a:t>
            </a:r>
            <a:endParaRPr lang="en-US" altLang="ko-KR" sz="4600" b="1" dirty="0" smtClean="0">
              <a:solidFill>
                <a:schemeClr val="tx1">
                  <a:lumMod val="95000"/>
                  <a:lumOff val="5000"/>
                </a:schemeClr>
              </a:solidFill>
              <a:latin typeface="Malgun Gothic" pitchFamily="34" charset="-127"/>
              <a:ea typeface="Malgun Gothic" pitchFamily="34" charset="-127"/>
            </a:endParaRPr>
          </a:p>
          <a:p>
            <a:pPr algn="ctr">
              <a:lnSpc>
                <a:spcPts val="6000"/>
              </a:lnSpc>
            </a:pPr>
            <a:r>
              <a:rPr lang="ko-KR" altLang="en-US" sz="46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죄를 </a:t>
            </a:r>
            <a:r>
              <a:rPr lang="ko-KR" altLang="en-US" sz="4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용서 받는 것과 몸의 </a:t>
            </a:r>
            <a:endParaRPr lang="en-US" altLang="ko-KR" sz="4600" b="1" dirty="0" smtClean="0">
              <a:solidFill>
                <a:schemeClr val="tx1">
                  <a:lumMod val="95000"/>
                  <a:lumOff val="5000"/>
                </a:schemeClr>
              </a:solidFill>
              <a:latin typeface="Malgun Gothic" pitchFamily="34" charset="-127"/>
              <a:ea typeface="Malgun Gothic" pitchFamily="34" charset="-127"/>
            </a:endParaRPr>
          </a:p>
          <a:p>
            <a:pPr algn="ctr">
              <a:lnSpc>
                <a:spcPts val="6000"/>
              </a:lnSpc>
            </a:pPr>
            <a:r>
              <a:rPr lang="ko-KR" altLang="en-US" sz="46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부활과 </a:t>
            </a:r>
            <a:r>
              <a:rPr lang="ko-KR" altLang="en-US" sz="4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영생을 믿습니다</a:t>
            </a:r>
            <a:r>
              <a:rPr lang="en-US" altLang="ko-KR" sz="4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. </a:t>
            </a:r>
            <a:r>
              <a:rPr lang="ko-KR" altLang="en-US" sz="46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아멘</a:t>
            </a:r>
            <a:r>
              <a:rPr lang="en-US" altLang="ko-KR" sz="46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.</a:t>
            </a:r>
            <a:endParaRPr lang="zh-CN" altLang="en-US" sz="4600" b="1" dirty="0">
              <a:solidFill>
                <a:schemeClr val="tx1">
                  <a:lumMod val="95000"/>
                  <a:lumOff val="5000"/>
                </a:schemeClr>
              </a:solidFill>
              <a:latin typeface="Malgun Gothic" pitchFamily="34" charset="-127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0612508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69D39B64-BD32-4FBF-AA81-F64AE5880FFA}"/>
              </a:ext>
            </a:extLst>
          </p:cNvPr>
          <p:cNvSpPr txBox="1"/>
          <p:nvPr/>
        </p:nvSpPr>
        <p:spPr>
          <a:xfrm>
            <a:off x="4" y="1420417"/>
            <a:ext cx="914399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8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대표기도</a:t>
            </a:r>
            <a:endParaRPr lang="zh-CN" altLang="en-US" sz="10400" b="1" dirty="0">
              <a:solidFill>
                <a:schemeClr val="tx1">
                  <a:lumMod val="95000"/>
                  <a:lumOff val="5000"/>
                </a:schemeClr>
              </a:solidFill>
              <a:latin typeface="궁서체" panose="02030609000101010101" pitchFamily="17" charset="-127"/>
              <a:ea typeface="궁서체" panose="02030609000101010101" pitchFamily="17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9496564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69D39B64-BD32-4FBF-AA81-F64AE5880FFA}"/>
              </a:ext>
            </a:extLst>
          </p:cNvPr>
          <p:cNvSpPr txBox="1"/>
          <p:nvPr/>
        </p:nvSpPr>
        <p:spPr>
          <a:xfrm>
            <a:off x="0" y="1492308"/>
            <a:ext cx="9144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ko-KR" altLang="en-US" sz="88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성경말씀</a:t>
            </a:r>
            <a:endParaRPr lang="zh-CN" altLang="en-US" sz="8800" b="1" dirty="0">
              <a:solidFill>
                <a:schemeClr val="tx1">
                  <a:lumMod val="95000"/>
                  <a:lumOff val="5000"/>
                </a:schemeClr>
              </a:solidFill>
              <a:latin typeface="궁서체" panose="02030609000101010101" pitchFamily="17" charset="-127"/>
              <a:ea typeface="궁서체" panose="02030609000101010101" pitchFamily="17" charset="-127"/>
            </a:endParaRPr>
          </a:p>
        </p:txBody>
      </p:sp>
      <p:sp>
        <p:nvSpPr>
          <p:cNvPr id="3" name="文本框 1">
            <a:extLst>
              <a:ext uri="{FF2B5EF4-FFF2-40B4-BE49-F238E27FC236}">
                <a16:creationId xmlns:a16="http://schemas.microsoft.com/office/drawing/2014/main" xmlns="" id="{69D39B64-BD32-4FBF-AA81-F64AE5880FFA}"/>
              </a:ext>
            </a:extLst>
          </p:cNvPr>
          <p:cNvSpPr txBox="1"/>
          <p:nvPr/>
        </p:nvSpPr>
        <p:spPr>
          <a:xfrm>
            <a:off x="5220072" y="3944761"/>
            <a:ext cx="38164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o-KR" altLang="en-US" sz="36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눅</a:t>
            </a:r>
            <a:r>
              <a:rPr lang="en-US" altLang="ko-KR" sz="36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(</a:t>
            </a:r>
            <a:r>
              <a:rPr lang="zh-CN" altLang="en-US" sz="36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路</a:t>
            </a:r>
            <a:r>
              <a:rPr lang="en-US" altLang="zh-CN" sz="36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)</a:t>
            </a:r>
            <a:r>
              <a:rPr lang="en-US" altLang="zh-CN" sz="36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24:13-35</a:t>
            </a:r>
            <a:endParaRPr lang="en-US" altLang="ko-KR" sz="3600" b="1" dirty="0" smtClean="0">
              <a:solidFill>
                <a:schemeClr val="tx1">
                  <a:lumMod val="95000"/>
                  <a:lumOff val="5000"/>
                </a:schemeClr>
              </a:solidFill>
              <a:latin typeface="Malgun Gothic" pitchFamily="34" charset="-127"/>
              <a:ea typeface="Malgun Gothic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0614473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5148064" y="4228728"/>
            <a:ext cx="3744416" cy="751345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ko-KR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눅</a:t>
            </a:r>
            <a:r>
              <a:rPr lang="en-US" altLang="ko-KR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(</a:t>
            </a: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路</a:t>
            </a:r>
            <a:r>
              <a:rPr lang="en-US" altLang="zh-CN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)</a:t>
            </a:r>
            <a:r>
              <a:rPr lang="en-US" altLang="zh-CN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24:13-35</a:t>
            </a:r>
            <a:endParaRPr lang="en-US" altLang="ko-KR" b="1" dirty="0" smtClean="0">
              <a:solidFill>
                <a:schemeClr val="tx1">
                  <a:lumMod val="95000"/>
                  <a:lumOff val="5000"/>
                </a:schemeClr>
              </a:solidFill>
              <a:latin typeface="Malgun Gothic" pitchFamily="34" charset="-127"/>
              <a:ea typeface="Malgun Gothic" pitchFamily="34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type="subTitle" idx="1"/>
          </p:nvPr>
        </p:nvSpPr>
        <p:spPr>
          <a:xfrm>
            <a:off x="107504" y="196280"/>
            <a:ext cx="9289032" cy="3888432"/>
          </a:xfrm>
        </p:spPr>
        <p:txBody>
          <a:bodyPr>
            <a:noAutofit/>
          </a:bodyPr>
          <a:lstStyle/>
          <a:p>
            <a:r>
              <a:rPr lang="en-US" altLang="ko-KR" sz="3600" dirty="0" smtClean="0">
                <a:solidFill>
                  <a:schemeClr val="tx1"/>
                </a:solidFill>
                <a:latin typeface="Malgun Gothic" pitchFamily="34" charset="-127"/>
                <a:ea typeface="Malgun Gothic" pitchFamily="34" charset="-127"/>
              </a:rPr>
              <a:t>13.</a:t>
            </a:r>
            <a:r>
              <a:rPr lang="ko-KR" altLang="en-US" sz="3600" dirty="0" smtClean="0">
                <a:latin typeface="Malgun Gothic" pitchFamily="34" charset="-127"/>
                <a:ea typeface="Malgun Gothic" pitchFamily="34" charset="-127"/>
              </a:rPr>
              <a:t>그 날에 그들 중 둘이 예루살렘에서 이십오 리 되는 엠마오라 하는 마을로 가면서 </a:t>
            </a:r>
            <a:endParaRPr lang="en-US" altLang="ko-KR" sz="3600" dirty="0" smtClean="0">
              <a:latin typeface="Malgun Gothic" pitchFamily="34" charset="-127"/>
              <a:ea typeface="Malgun Gothic" pitchFamily="34" charset="-127"/>
            </a:endParaRPr>
          </a:p>
          <a:p>
            <a:r>
              <a:rPr lang="en-US" altLang="ko-KR" sz="3600" dirty="0" smtClean="0">
                <a:solidFill>
                  <a:schemeClr val="tx1"/>
                </a:solidFill>
                <a:latin typeface="Malgun Gothic" pitchFamily="34" charset="-127"/>
                <a:ea typeface="Malgun Gothic" pitchFamily="34" charset="-127"/>
              </a:rPr>
              <a:t>14.</a:t>
            </a:r>
            <a:r>
              <a:rPr lang="ko-KR" altLang="en-US" sz="3600" dirty="0" smtClean="0">
                <a:latin typeface="Malgun Gothic" pitchFamily="34" charset="-127"/>
                <a:ea typeface="Malgun Gothic" pitchFamily="34" charset="-127"/>
              </a:rPr>
              <a:t>이 모든 된 일을 서로 이야기하더라 </a:t>
            </a:r>
            <a:endParaRPr lang="en-US" altLang="ko-KR" sz="3600" dirty="0" smtClean="0">
              <a:latin typeface="Malgun Gothic" pitchFamily="34" charset="-127"/>
              <a:ea typeface="Malgun Gothic" pitchFamily="34" charset="-127"/>
            </a:endParaRPr>
          </a:p>
          <a:p>
            <a:r>
              <a:rPr lang="en-US" altLang="ko-KR" sz="3600" dirty="0" smtClean="0">
                <a:solidFill>
                  <a:schemeClr val="tx1"/>
                </a:solidFill>
                <a:latin typeface="Malgun Gothic" pitchFamily="34" charset="-127"/>
                <a:ea typeface="Malgun Gothic" pitchFamily="34" charset="-127"/>
              </a:rPr>
              <a:t>15.</a:t>
            </a:r>
            <a:r>
              <a:rPr lang="ko-KR" altLang="en-US" sz="3600" dirty="0" smtClean="0">
                <a:latin typeface="Malgun Gothic" pitchFamily="34" charset="-127"/>
                <a:ea typeface="Malgun Gothic" pitchFamily="34" charset="-127"/>
              </a:rPr>
              <a:t>그들이 서로 이야기하며 문의할 때에 예수께서 가까이 이르러 그들과 동행하시나 </a:t>
            </a:r>
            <a:endParaRPr lang="ko-KR" altLang="en-US" sz="3600" dirty="0">
              <a:solidFill>
                <a:schemeClr val="tx1"/>
              </a:solidFill>
              <a:latin typeface="Malgun Gothic" pitchFamily="34" charset="-127"/>
              <a:ea typeface="Malgun Gothic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61687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5148064" y="4228728"/>
            <a:ext cx="3744416" cy="751345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ko-KR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눅</a:t>
            </a:r>
            <a:r>
              <a:rPr lang="en-US" altLang="ko-KR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(</a:t>
            </a: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路</a:t>
            </a:r>
            <a:r>
              <a:rPr lang="en-US" altLang="zh-CN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)</a:t>
            </a:r>
            <a:r>
              <a:rPr lang="en-US" altLang="zh-CN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24:13-35</a:t>
            </a:r>
            <a:endParaRPr lang="en-US" altLang="ko-KR" b="1" dirty="0" smtClean="0">
              <a:solidFill>
                <a:schemeClr val="tx1">
                  <a:lumMod val="95000"/>
                  <a:lumOff val="5000"/>
                </a:schemeClr>
              </a:solidFill>
              <a:latin typeface="Malgun Gothic" pitchFamily="34" charset="-127"/>
              <a:ea typeface="Malgun Gothic" pitchFamily="34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type="subTitle" idx="1"/>
          </p:nvPr>
        </p:nvSpPr>
        <p:spPr>
          <a:xfrm>
            <a:off x="251520" y="556320"/>
            <a:ext cx="8712968" cy="3600400"/>
          </a:xfrm>
        </p:spPr>
        <p:txBody>
          <a:bodyPr>
            <a:noAutofit/>
          </a:bodyPr>
          <a:lstStyle/>
          <a:p>
            <a:r>
              <a:rPr lang="en-US" altLang="ko-KR" sz="3600" dirty="0" smtClean="0">
                <a:solidFill>
                  <a:schemeClr val="tx1"/>
                </a:solidFill>
                <a:latin typeface="Malgun Gothic" pitchFamily="34" charset="-127"/>
                <a:ea typeface="Malgun Gothic" pitchFamily="34" charset="-127"/>
              </a:rPr>
              <a:t>16.</a:t>
            </a:r>
            <a:r>
              <a:rPr lang="ko-KR" altLang="en-US" sz="3600" dirty="0" smtClean="0">
                <a:latin typeface="Malgun Gothic" pitchFamily="34" charset="-127"/>
                <a:ea typeface="Malgun Gothic" pitchFamily="34" charset="-127"/>
              </a:rPr>
              <a:t>그들의 눈이 가리어져서 그인 줄 알아보지 못하거늘 </a:t>
            </a:r>
            <a:endParaRPr lang="en-US" altLang="ko-KR" sz="3600" dirty="0" smtClean="0">
              <a:latin typeface="Malgun Gothic" pitchFamily="34" charset="-127"/>
              <a:ea typeface="Malgun Gothic" pitchFamily="34" charset="-127"/>
            </a:endParaRPr>
          </a:p>
          <a:p>
            <a:r>
              <a:rPr lang="en-US" altLang="ko-KR" sz="3600" dirty="0" smtClean="0">
                <a:solidFill>
                  <a:schemeClr val="tx1"/>
                </a:solidFill>
                <a:latin typeface="Malgun Gothic" pitchFamily="34" charset="-127"/>
                <a:ea typeface="Malgun Gothic" pitchFamily="34" charset="-127"/>
              </a:rPr>
              <a:t>17.</a:t>
            </a:r>
            <a:r>
              <a:rPr lang="ko-KR" altLang="en-US" sz="3600" dirty="0" smtClean="0">
                <a:latin typeface="Malgun Gothic" pitchFamily="34" charset="-127"/>
                <a:ea typeface="Malgun Gothic" pitchFamily="34" charset="-127"/>
              </a:rPr>
              <a:t>예수께서 이르시되 너희가 길 가면서 서로 주고받고 하는 이야기가 무엇이냐 하시니 두 사람이 슬픈 빛을 띠고 머물러 서더라 </a:t>
            </a:r>
            <a:endParaRPr lang="en-US" altLang="ko-KR" sz="3600" dirty="0" smtClean="0">
              <a:latin typeface="Malgun Gothic" pitchFamily="34" charset="-127"/>
              <a:ea typeface="Malgun Gothic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61687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5148064" y="4341479"/>
            <a:ext cx="3744416" cy="751345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ko-KR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눅</a:t>
            </a:r>
            <a:r>
              <a:rPr lang="en-US" altLang="ko-KR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(</a:t>
            </a: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路</a:t>
            </a:r>
            <a:r>
              <a:rPr lang="en-US" altLang="zh-CN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)</a:t>
            </a:r>
            <a:r>
              <a:rPr lang="en-US" altLang="zh-CN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24:13-35</a:t>
            </a:r>
            <a:endParaRPr lang="en-US" altLang="ko-KR" b="1" dirty="0" smtClean="0">
              <a:solidFill>
                <a:schemeClr val="tx1">
                  <a:lumMod val="95000"/>
                  <a:lumOff val="5000"/>
                </a:schemeClr>
              </a:solidFill>
              <a:latin typeface="Malgun Gothic" pitchFamily="34" charset="-127"/>
              <a:ea typeface="Malgun Gothic" pitchFamily="34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type="subTitle" idx="1"/>
          </p:nvPr>
        </p:nvSpPr>
        <p:spPr>
          <a:xfrm>
            <a:off x="323528" y="196280"/>
            <a:ext cx="9036496" cy="4032448"/>
          </a:xfrm>
        </p:spPr>
        <p:txBody>
          <a:bodyPr>
            <a:noAutofit/>
          </a:bodyPr>
          <a:lstStyle/>
          <a:p>
            <a:r>
              <a:rPr lang="en-US" altLang="ko-KR" sz="3600" dirty="0" smtClean="0">
                <a:solidFill>
                  <a:schemeClr val="tx1"/>
                </a:solidFill>
                <a:latin typeface="Malgun Gothic" pitchFamily="34" charset="-127"/>
                <a:ea typeface="Malgun Gothic" pitchFamily="34" charset="-127"/>
              </a:rPr>
              <a:t>18.</a:t>
            </a:r>
            <a:r>
              <a:rPr lang="ko-KR" altLang="en-US" sz="3600" dirty="0" smtClean="0">
                <a:latin typeface="Malgun Gothic" pitchFamily="34" charset="-127"/>
                <a:ea typeface="Malgun Gothic" pitchFamily="34" charset="-127"/>
              </a:rPr>
              <a:t>그 한 사람인 글로바라 하는 자가 대답하여 이르되 당신이 예루살렘에 체류하면서도 요즘 거기서 된 일을 혼자만 알지 못하느냐</a:t>
            </a:r>
            <a:endParaRPr lang="en-US" altLang="ko-KR" sz="3600" dirty="0" smtClean="0">
              <a:latin typeface="Malgun Gothic" pitchFamily="34" charset="-127"/>
              <a:ea typeface="Malgun Gothic" pitchFamily="34" charset="-127"/>
            </a:endParaRPr>
          </a:p>
          <a:p>
            <a:r>
              <a:rPr lang="en-US" altLang="ko-KR" sz="3600" dirty="0" smtClean="0">
                <a:solidFill>
                  <a:schemeClr val="tx1"/>
                </a:solidFill>
                <a:latin typeface="Malgun Gothic" pitchFamily="34" charset="-127"/>
                <a:ea typeface="Malgun Gothic" pitchFamily="34" charset="-127"/>
              </a:rPr>
              <a:t>19.</a:t>
            </a:r>
            <a:r>
              <a:rPr lang="ko-KR" altLang="en-US" sz="3600" dirty="0" smtClean="0">
                <a:latin typeface="Malgun Gothic" pitchFamily="34" charset="-127"/>
                <a:ea typeface="Malgun Gothic" pitchFamily="34" charset="-127"/>
              </a:rPr>
              <a:t>이르시되 무슨 일이냐 이르되 나사렛 예수의 일이니 그는 하나님과 모든 백성 앞에서 말과 일에 능하신 선지자이거늘 </a:t>
            </a:r>
            <a:endParaRPr lang="ko-KR" altLang="en-US" sz="3600" dirty="0">
              <a:solidFill>
                <a:schemeClr val="tx1"/>
              </a:solidFill>
              <a:latin typeface="Malgun Gothic" pitchFamily="34" charset="-127"/>
              <a:ea typeface="Malgun Gothic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61687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5148064" y="4228728"/>
            <a:ext cx="3744416" cy="751345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ko-KR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눅</a:t>
            </a:r>
            <a:r>
              <a:rPr lang="en-US" altLang="ko-KR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(</a:t>
            </a: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路</a:t>
            </a:r>
            <a:r>
              <a:rPr lang="en-US" altLang="zh-CN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)</a:t>
            </a:r>
            <a:r>
              <a:rPr lang="en-US" altLang="zh-CN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24:13-35</a:t>
            </a:r>
            <a:endParaRPr lang="en-US" altLang="ko-KR" b="1" dirty="0" smtClean="0">
              <a:solidFill>
                <a:schemeClr val="tx1">
                  <a:lumMod val="95000"/>
                  <a:lumOff val="5000"/>
                </a:schemeClr>
              </a:solidFill>
              <a:latin typeface="Malgun Gothic" pitchFamily="34" charset="-127"/>
              <a:ea typeface="Malgun Gothic" pitchFamily="34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type="subTitle" idx="1"/>
          </p:nvPr>
        </p:nvSpPr>
        <p:spPr>
          <a:xfrm>
            <a:off x="107504" y="340296"/>
            <a:ext cx="9036496" cy="4320480"/>
          </a:xfrm>
        </p:spPr>
        <p:txBody>
          <a:bodyPr>
            <a:noAutofit/>
          </a:bodyPr>
          <a:lstStyle/>
          <a:p>
            <a:r>
              <a:rPr lang="en-US" altLang="ko-KR" sz="3500" dirty="0" smtClean="0">
                <a:solidFill>
                  <a:schemeClr val="tx1"/>
                </a:solidFill>
                <a:latin typeface="Malgun Gothic" pitchFamily="34" charset="-127"/>
                <a:ea typeface="Malgun Gothic" pitchFamily="34" charset="-127"/>
              </a:rPr>
              <a:t>20.</a:t>
            </a:r>
            <a:r>
              <a:rPr lang="ko-KR" altLang="en-US" sz="3500" dirty="0" smtClean="0">
                <a:latin typeface="Malgun Gothic" pitchFamily="34" charset="-127"/>
                <a:ea typeface="Malgun Gothic" pitchFamily="34" charset="-127"/>
              </a:rPr>
              <a:t>우리 대제사장들과 관리들이 사형 판결에 넘겨 주어 십자가에 못 박았느니라 </a:t>
            </a:r>
            <a:endParaRPr lang="en-US" altLang="ko-KR" sz="3500" dirty="0" smtClean="0">
              <a:latin typeface="Malgun Gothic" pitchFamily="34" charset="-127"/>
              <a:ea typeface="Malgun Gothic" pitchFamily="34" charset="-127"/>
            </a:endParaRPr>
          </a:p>
          <a:p>
            <a:r>
              <a:rPr lang="en-US" altLang="ko-KR" sz="3500" dirty="0" smtClean="0">
                <a:solidFill>
                  <a:schemeClr val="tx1"/>
                </a:solidFill>
                <a:latin typeface="Malgun Gothic" pitchFamily="34" charset="-127"/>
                <a:ea typeface="Malgun Gothic" pitchFamily="34" charset="-127"/>
              </a:rPr>
              <a:t>21.</a:t>
            </a:r>
            <a:r>
              <a:rPr lang="ko-KR" altLang="en-US" sz="3500" dirty="0" smtClean="0">
                <a:latin typeface="Malgun Gothic" pitchFamily="34" charset="-127"/>
                <a:ea typeface="Malgun Gothic" pitchFamily="34" charset="-127"/>
              </a:rPr>
              <a:t>우리는 이 사람이 이스라엘을 속량할 자라고 바랐노라 이뿐 아니라 이 일이 일어난 지가 사흘째요 </a:t>
            </a:r>
            <a:endParaRPr lang="en-US" altLang="ko-KR" sz="3500" dirty="0" smtClean="0">
              <a:latin typeface="Malgun Gothic" pitchFamily="34" charset="-127"/>
              <a:ea typeface="Malgun Gothic" pitchFamily="34" charset="-127"/>
            </a:endParaRPr>
          </a:p>
          <a:p>
            <a:r>
              <a:rPr lang="en-US" altLang="ko-KR" sz="3500" dirty="0" smtClean="0">
                <a:solidFill>
                  <a:schemeClr val="tx1"/>
                </a:solidFill>
                <a:latin typeface="Malgun Gothic" pitchFamily="34" charset="-127"/>
                <a:ea typeface="Malgun Gothic" pitchFamily="34" charset="-127"/>
              </a:rPr>
              <a:t>22.</a:t>
            </a:r>
            <a:r>
              <a:rPr lang="ko-KR" altLang="en-US" sz="3500" dirty="0" smtClean="0">
                <a:latin typeface="Malgun Gothic" pitchFamily="34" charset="-127"/>
                <a:ea typeface="Malgun Gothic" pitchFamily="34" charset="-127"/>
              </a:rPr>
              <a:t>또한 우리 중에 어떤 여자들이 우리로 놀라게 하였으니 이는 그들이 새벽에 무덤에 갔다가</a:t>
            </a:r>
            <a:endParaRPr lang="ko-KR" altLang="en-US" sz="3500" dirty="0">
              <a:solidFill>
                <a:schemeClr val="tx1"/>
              </a:solidFill>
              <a:latin typeface="Malgun Gothic" pitchFamily="34" charset="-127"/>
              <a:ea typeface="Malgun Gothic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61687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5148064" y="4228728"/>
            <a:ext cx="3744416" cy="751345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ko-KR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눅</a:t>
            </a:r>
            <a:r>
              <a:rPr lang="en-US" altLang="ko-KR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(</a:t>
            </a: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路</a:t>
            </a:r>
            <a:r>
              <a:rPr lang="en-US" altLang="zh-CN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)</a:t>
            </a:r>
            <a:r>
              <a:rPr lang="en-US" altLang="zh-CN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24:13-35</a:t>
            </a:r>
            <a:endParaRPr lang="en-US" altLang="ko-KR" b="1" dirty="0" smtClean="0">
              <a:solidFill>
                <a:schemeClr val="tx1">
                  <a:lumMod val="95000"/>
                  <a:lumOff val="5000"/>
                </a:schemeClr>
              </a:solidFill>
              <a:latin typeface="Malgun Gothic" pitchFamily="34" charset="-127"/>
              <a:ea typeface="Malgun Gothic" pitchFamily="34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type="subTitle" idx="1"/>
          </p:nvPr>
        </p:nvSpPr>
        <p:spPr>
          <a:xfrm>
            <a:off x="107504" y="-19744"/>
            <a:ext cx="9289032" cy="3888432"/>
          </a:xfrm>
        </p:spPr>
        <p:txBody>
          <a:bodyPr>
            <a:noAutofit/>
          </a:bodyPr>
          <a:lstStyle/>
          <a:p>
            <a:r>
              <a:rPr lang="en-US" altLang="ko-KR" sz="3600" dirty="0" smtClean="0">
                <a:solidFill>
                  <a:schemeClr val="tx1"/>
                </a:solidFill>
                <a:latin typeface="Malgun Gothic" pitchFamily="34" charset="-127"/>
                <a:ea typeface="Malgun Gothic" pitchFamily="34" charset="-127"/>
              </a:rPr>
              <a:t>23.</a:t>
            </a:r>
            <a:r>
              <a:rPr lang="ko-KR" altLang="en-US" sz="3600" dirty="0" smtClean="0">
                <a:latin typeface="Malgun Gothic" pitchFamily="34" charset="-127"/>
                <a:ea typeface="Malgun Gothic" pitchFamily="34" charset="-127"/>
              </a:rPr>
              <a:t>그의 시체는 보지 못하고 와서 그가 살아나셨다 하는 천사들의 나타남을 보았다 함이라 </a:t>
            </a:r>
            <a:endParaRPr lang="en-US" altLang="ko-KR" sz="3600" dirty="0" smtClean="0">
              <a:latin typeface="Malgun Gothic" pitchFamily="34" charset="-127"/>
              <a:ea typeface="Malgun Gothic" pitchFamily="34" charset="-127"/>
            </a:endParaRPr>
          </a:p>
          <a:p>
            <a:r>
              <a:rPr lang="en-US" altLang="ko-KR" sz="3600" dirty="0" smtClean="0">
                <a:solidFill>
                  <a:schemeClr val="tx1"/>
                </a:solidFill>
                <a:latin typeface="Malgun Gothic" pitchFamily="34" charset="-127"/>
                <a:ea typeface="Malgun Gothic" pitchFamily="34" charset="-127"/>
              </a:rPr>
              <a:t>24.</a:t>
            </a:r>
            <a:r>
              <a:rPr lang="ko-KR" altLang="en-US" sz="3600" dirty="0" smtClean="0">
                <a:latin typeface="Malgun Gothic" pitchFamily="34" charset="-127"/>
                <a:ea typeface="Malgun Gothic" pitchFamily="34" charset="-127"/>
              </a:rPr>
              <a:t>또 우리와 함께 한 자 중에 두어 사람이 무덤에 가 과연 여자들이 말한 바와 같음을 보았으나 예수는 보지 못하였느니라 하거늘 </a:t>
            </a:r>
            <a:endParaRPr lang="en-US" altLang="ko-KR" sz="3600" dirty="0" smtClean="0">
              <a:latin typeface="Malgun Gothic" pitchFamily="34" charset="-127"/>
              <a:ea typeface="Malgun Gothic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61687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5148064" y="4228728"/>
            <a:ext cx="3744416" cy="751345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ko-KR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눅</a:t>
            </a:r>
            <a:r>
              <a:rPr lang="en-US" altLang="ko-KR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(</a:t>
            </a: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路</a:t>
            </a:r>
            <a:r>
              <a:rPr lang="en-US" altLang="zh-CN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)</a:t>
            </a:r>
            <a:r>
              <a:rPr lang="en-US" altLang="zh-CN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24:13-35</a:t>
            </a:r>
            <a:endParaRPr lang="en-US" altLang="ko-KR" b="1" dirty="0" smtClean="0">
              <a:solidFill>
                <a:schemeClr val="tx1">
                  <a:lumMod val="95000"/>
                  <a:lumOff val="5000"/>
                </a:schemeClr>
              </a:solidFill>
              <a:latin typeface="Malgun Gothic" pitchFamily="34" charset="-127"/>
              <a:ea typeface="Malgun Gothic" pitchFamily="34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type="subTitle" idx="1"/>
          </p:nvPr>
        </p:nvSpPr>
        <p:spPr>
          <a:xfrm>
            <a:off x="107504" y="412304"/>
            <a:ext cx="9289032" cy="3888432"/>
          </a:xfrm>
        </p:spPr>
        <p:txBody>
          <a:bodyPr>
            <a:noAutofit/>
          </a:bodyPr>
          <a:lstStyle/>
          <a:p>
            <a:r>
              <a:rPr lang="en-US" altLang="ko-KR" sz="3600" dirty="0" smtClean="0">
                <a:solidFill>
                  <a:schemeClr val="tx1"/>
                </a:solidFill>
                <a:latin typeface="Malgun Gothic" pitchFamily="34" charset="-127"/>
                <a:ea typeface="Malgun Gothic" pitchFamily="34" charset="-127"/>
              </a:rPr>
              <a:t>25.</a:t>
            </a:r>
            <a:r>
              <a:rPr lang="ko-KR" altLang="en-US" sz="3600" dirty="0" smtClean="0">
                <a:latin typeface="Malgun Gothic" pitchFamily="34" charset="-127"/>
                <a:ea typeface="Malgun Gothic" pitchFamily="34" charset="-127"/>
              </a:rPr>
              <a:t>이르시되 미련하고 선지자들이 말한 모든 것을 마음에 더디 믿는 자들이여 </a:t>
            </a:r>
            <a:endParaRPr lang="en-US" altLang="ko-KR" sz="3600" dirty="0" smtClean="0">
              <a:latin typeface="Malgun Gothic" pitchFamily="34" charset="-127"/>
              <a:ea typeface="Malgun Gothic" pitchFamily="34" charset="-127"/>
            </a:endParaRPr>
          </a:p>
          <a:p>
            <a:r>
              <a:rPr lang="en-US" altLang="ko-KR" sz="3600" dirty="0" smtClean="0">
                <a:latin typeface="Malgun Gothic" pitchFamily="34" charset="-127"/>
                <a:ea typeface="Malgun Gothic" pitchFamily="34" charset="-127"/>
              </a:rPr>
              <a:t>26.</a:t>
            </a:r>
            <a:r>
              <a:rPr lang="ko-KR" altLang="en-US" sz="3600" dirty="0" smtClean="0">
                <a:latin typeface="Malgun Gothic" pitchFamily="34" charset="-127"/>
                <a:ea typeface="Malgun Gothic" pitchFamily="34" charset="-127"/>
              </a:rPr>
              <a:t>그리스도가 이런 고난을 받고 자기의 영광에 들어가야 할 것이 아니냐 하시고 </a:t>
            </a:r>
            <a:endParaRPr lang="en-US" altLang="ko-KR" sz="3600" dirty="0" smtClean="0">
              <a:latin typeface="Malgun Gothic" pitchFamily="34" charset="-127"/>
              <a:ea typeface="Malgun Gothic" pitchFamily="34" charset="-127"/>
            </a:endParaRPr>
          </a:p>
          <a:p>
            <a:r>
              <a:rPr lang="en-US" altLang="ko-KR" sz="3600" dirty="0" smtClean="0">
                <a:latin typeface="Malgun Gothic" pitchFamily="34" charset="-127"/>
                <a:ea typeface="Malgun Gothic" pitchFamily="34" charset="-127"/>
              </a:rPr>
              <a:t>27.</a:t>
            </a:r>
            <a:r>
              <a:rPr lang="ko-KR" altLang="en-US" sz="3600" dirty="0" smtClean="0">
                <a:latin typeface="Malgun Gothic" pitchFamily="34" charset="-127"/>
                <a:ea typeface="Malgun Gothic" pitchFamily="34" charset="-127"/>
              </a:rPr>
              <a:t>이에 모세와 모든 선지자의 글로 시작하여 모든 성경에 쓴 바 자기에 관한 것을 자세히 설명하시니라 </a:t>
            </a:r>
            <a:endParaRPr lang="en-US" altLang="ko-KR" sz="3600" dirty="0" smtClean="0">
              <a:latin typeface="Malgun Gothic" pitchFamily="34" charset="-127"/>
              <a:ea typeface="Malgun Gothic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61687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5148064" y="4228728"/>
            <a:ext cx="3744416" cy="751345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ko-KR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눅</a:t>
            </a:r>
            <a:r>
              <a:rPr lang="en-US" altLang="ko-KR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(</a:t>
            </a: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路</a:t>
            </a:r>
            <a:r>
              <a:rPr lang="en-US" altLang="zh-CN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)</a:t>
            </a:r>
            <a:r>
              <a:rPr lang="en-US" altLang="zh-CN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24:13-35</a:t>
            </a:r>
            <a:endParaRPr lang="en-US" altLang="ko-KR" b="1" dirty="0" smtClean="0">
              <a:solidFill>
                <a:schemeClr val="tx1">
                  <a:lumMod val="95000"/>
                  <a:lumOff val="5000"/>
                </a:schemeClr>
              </a:solidFill>
              <a:latin typeface="Malgun Gothic" pitchFamily="34" charset="-127"/>
              <a:ea typeface="Malgun Gothic" pitchFamily="34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type="subTitle" idx="1"/>
          </p:nvPr>
        </p:nvSpPr>
        <p:spPr>
          <a:xfrm>
            <a:off x="107504" y="-19744"/>
            <a:ext cx="9036496" cy="3888432"/>
          </a:xfrm>
        </p:spPr>
        <p:txBody>
          <a:bodyPr>
            <a:noAutofit/>
          </a:bodyPr>
          <a:lstStyle/>
          <a:p>
            <a:r>
              <a:rPr lang="en-US" altLang="ko-KR" sz="3600" dirty="0" smtClean="0">
                <a:solidFill>
                  <a:schemeClr val="tx1"/>
                </a:solidFill>
                <a:latin typeface="Malgun Gothic" pitchFamily="34" charset="-127"/>
                <a:ea typeface="Malgun Gothic" pitchFamily="34" charset="-127"/>
              </a:rPr>
              <a:t>28.</a:t>
            </a:r>
            <a:r>
              <a:rPr lang="ko-KR" altLang="en-US" sz="3600" dirty="0" smtClean="0">
                <a:latin typeface="Malgun Gothic" pitchFamily="34" charset="-127"/>
                <a:ea typeface="Malgun Gothic" pitchFamily="34" charset="-127"/>
              </a:rPr>
              <a:t>그들이 가는 마을에 가까이 가매 예수는 더 가려 하는 것 같이 하시니 </a:t>
            </a:r>
            <a:endParaRPr lang="en-US" altLang="ko-KR" sz="3600" dirty="0" smtClean="0">
              <a:latin typeface="Malgun Gothic" pitchFamily="34" charset="-127"/>
              <a:ea typeface="Malgun Gothic" pitchFamily="34" charset="-127"/>
            </a:endParaRPr>
          </a:p>
          <a:p>
            <a:r>
              <a:rPr lang="en-US" altLang="ko-KR" sz="3600" dirty="0" smtClean="0">
                <a:latin typeface="Malgun Gothic" pitchFamily="34" charset="-127"/>
                <a:ea typeface="Malgun Gothic" pitchFamily="34" charset="-127"/>
              </a:rPr>
              <a:t>29.</a:t>
            </a:r>
            <a:r>
              <a:rPr lang="ko-KR" altLang="en-US" sz="3600" dirty="0" smtClean="0">
                <a:latin typeface="Malgun Gothic" pitchFamily="34" charset="-127"/>
                <a:ea typeface="Malgun Gothic" pitchFamily="34" charset="-127"/>
              </a:rPr>
              <a:t>그들이 강권하여 이르되 우리와 함께 유하사이다 때가 저물어가고 날이 이미 기울었나이다 하니 이에 그들과 함께 유하러 들어가시니라 </a:t>
            </a:r>
            <a:endParaRPr lang="en-US" altLang="ko-KR" sz="3600" dirty="0" smtClean="0">
              <a:latin typeface="Malgun Gothic" pitchFamily="34" charset="-127"/>
              <a:ea typeface="Malgun Gothic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61687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5148064" y="4228728"/>
            <a:ext cx="3744416" cy="751345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ko-KR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눅</a:t>
            </a:r>
            <a:r>
              <a:rPr lang="en-US" altLang="ko-KR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(</a:t>
            </a: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路</a:t>
            </a:r>
            <a:r>
              <a:rPr lang="en-US" altLang="zh-CN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)</a:t>
            </a:r>
            <a:r>
              <a:rPr lang="en-US" altLang="zh-CN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24:13-35</a:t>
            </a:r>
            <a:endParaRPr lang="en-US" altLang="ko-KR" b="1" dirty="0" smtClean="0">
              <a:solidFill>
                <a:schemeClr val="tx1">
                  <a:lumMod val="95000"/>
                  <a:lumOff val="5000"/>
                </a:schemeClr>
              </a:solidFill>
              <a:latin typeface="Malgun Gothic" pitchFamily="34" charset="-127"/>
              <a:ea typeface="Malgun Gothic" pitchFamily="34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type="subTitle" idx="1"/>
          </p:nvPr>
        </p:nvSpPr>
        <p:spPr>
          <a:xfrm>
            <a:off x="107504" y="-19744"/>
            <a:ext cx="9036496" cy="4176464"/>
          </a:xfrm>
        </p:spPr>
        <p:txBody>
          <a:bodyPr>
            <a:noAutofit/>
          </a:bodyPr>
          <a:lstStyle/>
          <a:p>
            <a:r>
              <a:rPr lang="en-US" altLang="ko-KR" sz="3500" dirty="0" smtClean="0">
                <a:solidFill>
                  <a:schemeClr val="tx1"/>
                </a:solidFill>
                <a:latin typeface="Malgun Gothic" pitchFamily="34" charset="-127"/>
                <a:ea typeface="Malgun Gothic" pitchFamily="34" charset="-127"/>
              </a:rPr>
              <a:t>30.</a:t>
            </a:r>
            <a:r>
              <a:rPr lang="ko-KR" altLang="en-US" sz="3500" dirty="0" smtClean="0">
                <a:latin typeface="Malgun Gothic" pitchFamily="34" charset="-127"/>
                <a:ea typeface="Malgun Gothic" pitchFamily="34" charset="-127"/>
              </a:rPr>
              <a:t>그들과 함께 </a:t>
            </a:r>
            <a:r>
              <a:rPr lang="ko-KR" altLang="en-US" sz="3500" dirty="0" smtClean="0">
                <a:latin typeface="Malgun Gothic" pitchFamily="34" charset="-127"/>
                <a:ea typeface="Malgun Gothic" pitchFamily="34" charset="-127"/>
              </a:rPr>
              <a:t>음식 </a:t>
            </a:r>
            <a:r>
              <a:rPr lang="ko-KR" altLang="en-US" sz="3500" dirty="0" smtClean="0">
                <a:latin typeface="Malgun Gothic" pitchFamily="34" charset="-127"/>
                <a:ea typeface="Malgun Gothic" pitchFamily="34" charset="-127"/>
              </a:rPr>
              <a:t>잡수실 때에 떡을 가지사 축사하시고 떼어 그들에게 주시니 </a:t>
            </a:r>
            <a:endParaRPr lang="en-US" altLang="ko-KR" sz="3500" dirty="0" smtClean="0">
              <a:latin typeface="Malgun Gothic" pitchFamily="34" charset="-127"/>
              <a:ea typeface="Malgun Gothic" pitchFamily="34" charset="-127"/>
            </a:endParaRPr>
          </a:p>
          <a:p>
            <a:r>
              <a:rPr lang="en-US" altLang="ko-KR" sz="3500" dirty="0" smtClean="0">
                <a:latin typeface="Malgun Gothic" pitchFamily="34" charset="-127"/>
                <a:ea typeface="Malgun Gothic" pitchFamily="34" charset="-127"/>
              </a:rPr>
              <a:t>31.</a:t>
            </a:r>
            <a:r>
              <a:rPr lang="ko-KR" altLang="en-US" sz="3500" dirty="0" smtClean="0">
                <a:latin typeface="Malgun Gothic" pitchFamily="34" charset="-127"/>
                <a:ea typeface="Malgun Gothic" pitchFamily="34" charset="-127"/>
              </a:rPr>
              <a:t>그들의 눈이 밝아져 그인 줄 알아 보더니 예수는 그들에게 보이지 아니하시는지라 </a:t>
            </a:r>
            <a:endParaRPr lang="en-US" altLang="ko-KR" sz="3500" dirty="0" smtClean="0">
              <a:latin typeface="Malgun Gothic" pitchFamily="34" charset="-127"/>
              <a:ea typeface="Malgun Gothic" pitchFamily="34" charset="-127"/>
            </a:endParaRPr>
          </a:p>
          <a:p>
            <a:r>
              <a:rPr lang="en-US" altLang="ko-KR" sz="3500" dirty="0" smtClean="0">
                <a:latin typeface="Malgun Gothic" pitchFamily="34" charset="-127"/>
                <a:ea typeface="Malgun Gothic" pitchFamily="34" charset="-127"/>
              </a:rPr>
              <a:t>32.</a:t>
            </a:r>
            <a:r>
              <a:rPr lang="ko-KR" altLang="en-US" sz="3500" dirty="0" smtClean="0">
                <a:latin typeface="Malgun Gothic" pitchFamily="34" charset="-127"/>
                <a:ea typeface="Malgun Gothic" pitchFamily="34" charset="-127"/>
              </a:rPr>
              <a:t>그들이 서로 말하되 길에서 우리에게 말씀하시고 우리에게 성경을 풀어 주실 때에 우리 속에서 마음이 </a:t>
            </a:r>
            <a:r>
              <a:rPr lang="ko-KR" altLang="en-US" sz="3500" dirty="0" smtClean="0">
                <a:latin typeface="Malgun Gothic" pitchFamily="34" charset="-127"/>
                <a:ea typeface="Malgun Gothic" pitchFamily="34" charset="-127"/>
              </a:rPr>
              <a:t>뜨겁지 </a:t>
            </a:r>
            <a:r>
              <a:rPr lang="ko-KR" altLang="en-US" sz="3500" dirty="0" smtClean="0">
                <a:latin typeface="Malgun Gothic" pitchFamily="34" charset="-127"/>
                <a:ea typeface="Malgun Gothic" pitchFamily="34" charset="-127"/>
              </a:rPr>
              <a:t>아니하더냐 하고 </a:t>
            </a:r>
            <a:endParaRPr lang="en-US" altLang="ko-KR" sz="3500" dirty="0" smtClean="0">
              <a:latin typeface="Malgun Gothic" pitchFamily="34" charset="-127"/>
              <a:ea typeface="Malgun Gothic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61687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5148064" y="4341479"/>
            <a:ext cx="3744416" cy="751345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ko-KR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눅</a:t>
            </a:r>
            <a:r>
              <a:rPr lang="en-US" altLang="ko-KR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(</a:t>
            </a: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路</a:t>
            </a:r>
            <a:r>
              <a:rPr lang="en-US" altLang="zh-CN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)</a:t>
            </a:r>
            <a:r>
              <a:rPr lang="en-US" altLang="zh-CN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24:13-35</a:t>
            </a:r>
            <a:endParaRPr lang="en-US" altLang="ko-KR" b="1" dirty="0" smtClean="0">
              <a:solidFill>
                <a:schemeClr val="tx1">
                  <a:lumMod val="95000"/>
                  <a:lumOff val="5000"/>
                </a:schemeClr>
              </a:solidFill>
              <a:latin typeface="Malgun Gothic" pitchFamily="34" charset="-127"/>
              <a:ea typeface="Malgun Gothic" pitchFamily="34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type="subTitle" idx="1"/>
          </p:nvPr>
        </p:nvSpPr>
        <p:spPr>
          <a:xfrm>
            <a:off x="107504" y="-19744"/>
            <a:ext cx="9036496" cy="4680520"/>
          </a:xfrm>
        </p:spPr>
        <p:txBody>
          <a:bodyPr>
            <a:noAutofit/>
          </a:bodyPr>
          <a:lstStyle/>
          <a:p>
            <a:r>
              <a:rPr lang="en-US" altLang="ko-KR" sz="3500" dirty="0" smtClean="0">
                <a:solidFill>
                  <a:schemeClr val="tx1"/>
                </a:solidFill>
                <a:latin typeface="Malgun Gothic" pitchFamily="34" charset="-127"/>
                <a:ea typeface="Malgun Gothic" pitchFamily="34" charset="-127"/>
              </a:rPr>
              <a:t>33.</a:t>
            </a:r>
            <a:r>
              <a:rPr lang="ko-KR" altLang="en-US" sz="3500" dirty="0" smtClean="0">
                <a:latin typeface="Malgun Gothic" pitchFamily="34" charset="-127"/>
                <a:ea typeface="Malgun Gothic" pitchFamily="34" charset="-127"/>
              </a:rPr>
              <a:t>곧 그 때로 일어나 예루살렘에 돌아가 보니 열한 제자 및 그들과 함께 한 자들이 모여 있어 </a:t>
            </a:r>
            <a:endParaRPr lang="en-US" altLang="ko-KR" sz="3500" dirty="0" smtClean="0">
              <a:latin typeface="Malgun Gothic" pitchFamily="34" charset="-127"/>
              <a:ea typeface="Malgun Gothic" pitchFamily="34" charset="-127"/>
            </a:endParaRPr>
          </a:p>
          <a:p>
            <a:r>
              <a:rPr lang="en-US" altLang="ko-KR" sz="3500" dirty="0" smtClean="0">
                <a:latin typeface="Malgun Gothic" pitchFamily="34" charset="-127"/>
                <a:ea typeface="Malgun Gothic" pitchFamily="34" charset="-127"/>
              </a:rPr>
              <a:t>34.</a:t>
            </a:r>
            <a:r>
              <a:rPr lang="ko-KR" altLang="en-US" sz="3500" dirty="0" smtClean="0">
                <a:latin typeface="Malgun Gothic" pitchFamily="34" charset="-127"/>
                <a:ea typeface="Malgun Gothic" pitchFamily="34" charset="-127"/>
              </a:rPr>
              <a:t>말하기를 주께서 과연 살아나시고 시몬에게 보이셨다 하는지라 </a:t>
            </a:r>
            <a:endParaRPr lang="en-US" altLang="ko-KR" sz="3500" dirty="0" smtClean="0">
              <a:latin typeface="Malgun Gothic" pitchFamily="34" charset="-127"/>
              <a:ea typeface="Malgun Gothic" pitchFamily="34" charset="-127"/>
            </a:endParaRPr>
          </a:p>
          <a:p>
            <a:r>
              <a:rPr lang="en-US" altLang="ko-KR" sz="3500" dirty="0" smtClean="0">
                <a:latin typeface="Malgun Gothic" pitchFamily="34" charset="-127"/>
                <a:ea typeface="Malgun Gothic" pitchFamily="34" charset="-127"/>
              </a:rPr>
              <a:t>35.</a:t>
            </a:r>
            <a:r>
              <a:rPr lang="ko-KR" altLang="en-US" sz="3500" dirty="0" smtClean="0">
                <a:latin typeface="Malgun Gothic" pitchFamily="34" charset="-127"/>
                <a:ea typeface="Malgun Gothic" pitchFamily="34" charset="-127"/>
              </a:rPr>
              <a:t>두 사람도 길에서 된 일과 예수께서 떡을 떼심으로 자기들에게 알려지신 것을 말하더라 </a:t>
            </a:r>
            <a:endParaRPr lang="en-US" altLang="ko-KR" sz="3500" dirty="0" smtClean="0">
              <a:latin typeface="Malgun Gothic" pitchFamily="34" charset="-127"/>
              <a:ea typeface="Malgun Gothic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61687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3436640"/>
            <a:ext cx="9144000" cy="720080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ko-KR" altLang="en-US" sz="32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눅</a:t>
            </a:r>
            <a:r>
              <a:rPr lang="en-US" altLang="ko-KR" sz="32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(</a:t>
            </a:r>
            <a:r>
              <a:rPr lang="zh-CN" altLang="en-US" sz="32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路</a:t>
            </a:r>
            <a:r>
              <a:rPr lang="en-US" altLang="zh-CN" sz="32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)</a:t>
            </a:r>
            <a:r>
              <a:rPr lang="en-US" altLang="zh-CN" sz="32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algun Gothic" pitchFamily="34" charset="-127"/>
                <a:ea typeface="Malgun Gothic" pitchFamily="34" charset="-127"/>
              </a:rPr>
              <a:t>24:13-35</a:t>
            </a:r>
            <a:endParaRPr lang="en-US" altLang="ko-KR" sz="3200" b="1" dirty="0" smtClean="0">
              <a:solidFill>
                <a:schemeClr val="tx1">
                  <a:lumMod val="95000"/>
                  <a:lumOff val="5000"/>
                </a:schemeClr>
              </a:solidFill>
              <a:latin typeface="Malgun Gothic" pitchFamily="34" charset="-127"/>
              <a:ea typeface="Malgun Gothic" pitchFamily="34" charset="-127"/>
            </a:endParaRPr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0" y="268290"/>
            <a:ext cx="2088232" cy="750331"/>
          </a:xfrm>
          <a:prstGeom prst="rect">
            <a:avLst/>
          </a:prstGeom>
        </p:spPr>
        <p:txBody>
          <a:bodyPr vert="horz" rtlCol="0" anchor="ctr">
            <a:noAutofit/>
          </a:bodyPr>
          <a:lstStyle>
            <a:lvl1pPr algn="ctr" rtl="0" eaLnBrk="1" latinLnBrk="1" hangingPunct="1">
              <a:spcBef>
                <a:spcPct val="0"/>
              </a:spcBef>
              <a:buNone/>
              <a:defRPr kumimoji="0" sz="4400" b="0" kern="1200">
                <a:gradFill flip="none" rotWithShape="1">
                  <a:gsLst>
                    <a:gs pos="0">
                      <a:schemeClr val="tx2"/>
                    </a:gs>
                    <a:gs pos="100000">
                      <a:schemeClr val="tx1"/>
                    </a:gs>
                  </a:gsLst>
                  <a:lin ang="5400000" scaled="1"/>
                  <a:tileRect/>
                </a:gradFill>
                <a:effectLst>
                  <a:innerShdw blurRad="50800" dist="50800" dir="13500000">
                    <a:srgbClr val="000000">
                      <a:alpha val="80000"/>
                    </a:srgbClr>
                  </a:innerShdw>
                </a:effectLst>
                <a:latin typeface="+mj-ea"/>
                <a:ea typeface="+mj-ea"/>
                <a:cs typeface="HY견고딕"/>
              </a:defRPr>
            </a:lvl1pPr>
            <a:lvl2pPr eaLnBrk="1" latinLnBrk="1" hangingPunct="1">
              <a:defRPr kumimoji="0">
                <a:solidFill>
                  <a:schemeClr val="tx2"/>
                </a:solidFill>
              </a:defRPr>
            </a:lvl2pPr>
            <a:lvl3pPr eaLnBrk="1" latinLnBrk="1" hangingPunct="1">
              <a:defRPr kumimoji="0">
                <a:solidFill>
                  <a:schemeClr val="tx2"/>
                </a:solidFill>
              </a:defRPr>
            </a:lvl3pPr>
            <a:lvl4pPr eaLnBrk="1" latinLnBrk="1" hangingPunct="1">
              <a:defRPr kumimoji="0">
                <a:solidFill>
                  <a:schemeClr val="tx2"/>
                </a:solidFill>
              </a:defRPr>
            </a:lvl4pPr>
            <a:lvl5pPr eaLnBrk="1" latinLnBrk="1" hangingPunct="1">
              <a:defRPr kumimoji="0">
                <a:solidFill>
                  <a:schemeClr val="tx2"/>
                </a:solidFill>
              </a:defRPr>
            </a:lvl5pPr>
            <a:lvl6pPr eaLnBrk="1" latinLnBrk="1" hangingPunct="1">
              <a:defRPr kumimoji="0">
                <a:solidFill>
                  <a:schemeClr val="tx2"/>
                </a:solidFill>
              </a:defRPr>
            </a:lvl6pPr>
            <a:lvl7pPr eaLnBrk="1" latinLnBrk="1" hangingPunct="1">
              <a:defRPr kumimoji="0">
                <a:solidFill>
                  <a:schemeClr val="tx2"/>
                </a:solidFill>
              </a:defRPr>
            </a:lvl7pPr>
            <a:lvl8pPr eaLnBrk="1" latinLnBrk="1" hangingPunct="1">
              <a:defRPr kumimoji="0">
                <a:solidFill>
                  <a:schemeClr val="tx2"/>
                </a:solidFill>
              </a:defRPr>
            </a:lvl8pPr>
            <a:lvl9pPr eaLnBrk="1" latinLnBrk="1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ko-KR" altLang="en-US" sz="3600" b="1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궁서체" panose="02030609000101010101" pitchFamily="17" charset="-127"/>
                <a:ea typeface="궁서체" panose="02030609000101010101" pitchFamily="17" charset="-127"/>
              </a:rPr>
              <a:t>설</a:t>
            </a:r>
            <a:r>
              <a:rPr lang="ko-KR" alt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궁서체" panose="02030609000101010101" pitchFamily="17" charset="-127"/>
                <a:ea typeface="궁서체" panose="02030609000101010101" pitchFamily="17" charset="-127"/>
              </a:rPr>
              <a:t>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060376"/>
            <a:ext cx="9144000" cy="2175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4800" b="1" kern="1800" spc="13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algun Gothic" pitchFamily="34" charset="-127"/>
              </a:rPr>
              <a:t>부활의 능력으로</a:t>
            </a:r>
            <a:endParaRPr lang="en-US" altLang="ko-KR" sz="4800" b="1" kern="1800" spc="13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algun Gothic" pitchFamily="34" charset="-127"/>
            </a:endParaRPr>
          </a:p>
          <a:p>
            <a:pPr algn="ctr">
              <a:lnSpc>
                <a:spcPct val="150000"/>
              </a:lnSpc>
            </a:pPr>
            <a:r>
              <a:rPr lang="zh-CN" altLang="en-US" sz="4800" b="1" kern="1800" spc="13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algun Gothic" pitchFamily="34" charset="-127"/>
              </a:rPr>
              <a:t>以复活的能力</a:t>
            </a:r>
            <a:endParaRPr lang="zh-CN" altLang="en-US" sz="4800" b="1" kern="1800" spc="13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algun Gothic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25227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69D39B64-BD32-4FBF-AA81-F64AE5880FFA}"/>
              </a:ext>
            </a:extLst>
          </p:cNvPr>
          <p:cNvSpPr txBox="1"/>
          <p:nvPr/>
        </p:nvSpPr>
        <p:spPr>
          <a:xfrm>
            <a:off x="0" y="1492308"/>
            <a:ext cx="9144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헌금기도</a:t>
            </a:r>
            <a:endParaRPr lang="zh-CN" altLang="en-US" sz="10400" b="1" dirty="0">
              <a:solidFill>
                <a:schemeClr val="tx1">
                  <a:lumMod val="95000"/>
                  <a:lumOff val="5000"/>
                </a:schemeClr>
              </a:solidFill>
              <a:latin typeface="궁서체" panose="02030609000101010101" pitchFamily="17" charset="-127"/>
              <a:ea typeface="궁서체" panose="02030609000101010101" pitchFamily="17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7462102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69D39B64-BD32-4FBF-AA81-F64AE5880FFA}"/>
              </a:ext>
            </a:extLst>
          </p:cNvPr>
          <p:cNvSpPr txBox="1"/>
          <p:nvPr/>
        </p:nvSpPr>
        <p:spPr>
          <a:xfrm>
            <a:off x="0" y="1630050"/>
            <a:ext cx="9144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8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교회소식</a:t>
            </a:r>
            <a:endParaRPr lang="zh-CN" altLang="en-US" sz="10400" b="1" dirty="0">
              <a:solidFill>
                <a:schemeClr val="tx1">
                  <a:lumMod val="95000"/>
                  <a:lumOff val="5000"/>
                </a:schemeClr>
              </a:solidFill>
              <a:latin typeface="궁서체" panose="02030609000101010101" pitchFamily="17" charset="-127"/>
              <a:ea typeface="궁서체" panose="02030609000101010101" pitchFamily="17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5165734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그림 1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5145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AutoShape 1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254000" y="4878306"/>
            <a:ext cx="2111375" cy="171503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</p:spPr>
        <p:txBody>
          <a:bodyPr lIns="45720" rIns="45720" anchor="ctr"/>
          <a:lstStyle/>
          <a:p>
            <a:pPr eaLnBrk="1" hangingPunct="1"/>
            <a:r>
              <a:rPr lang="en-US" altLang="ko-KR" sz="1100">
                <a:solidFill>
                  <a:srgbClr val="FF0000"/>
                </a:solidFill>
              </a:rPr>
              <a:t>1.</a:t>
            </a:r>
            <a:r>
              <a:rPr lang="ko-KR" altLang="en-US" sz="1100">
                <a:solidFill>
                  <a:srgbClr val="FF0000"/>
                </a:solidFill>
              </a:rPr>
              <a:t>주님께 영광 다시 사신 주</a:t>
            </a:r>
          </a:p>
        </p:txBody>
      </p:sp>
      <p:sp>
        <p:nvSpPr>
          <p:cNvPr id="2052" name="AutoShape 14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2428875" y="4878306"/>
            <a:ext cx="2111375" cy="171503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</p:spPr>
        <p:txBody>
          <a:bodyPr lIns="45720" rIns="45720" anchor="ctr"/>
          <a:lstStyle/>
          <a:p>
            <a:pPr eaLnBrk="1" hangingPunct="1"/>
            <a:r>
              <a:rPr lang="en-US" altLang="ko-KR" sz="1100"/>
              <a:t>2.</a:t>
            </a:r>
            <a:r>
              <a:rPr lang="ko-KR" altLang="en-US" sz="1100"/>
              <a:t>부활의 주님 나타나시사</a:t>
            </a:r>
          </a:p>
        </p:txBody>
      </p:sp>
      <p:sp>
        <p:nvSpPr>
          <p:cNvPr id="2053" name="AutoShape 15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4603751" y="4878306"/>
            <a:ext cx="2111375" cy="171503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</p:spPr>
        <p:txBody>
          <a:bodyPr lIns="45720" rIns="45720" anchor="ctr"/>
          <a:lstStyle/>
          <a:p>
            <a:pPr eaLnBrk="1" hangingPunct="1"/>
            <a:r>
              <a:rPr lang="en-US" altLang="ko-KR" sz="1100"/>
              <a:t>3.</a:t>
            </a:r>
            <a:r>
              <a:rPr lang="ko-KR" altLang="en-US" sz="1100"/>
              <a:t>생명의 임금 영광의 주님 주님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그림 1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5145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5" name="AutoShape 1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254000" y="4878306"/>
            <a:ext cx="2111375" cy="171503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</p:spPr>
        <p:txBody>
          <a:bodyPr lIns="45720" rIns="45720" anchor="ctr"/>
          <a:lstStyle/>
          <a:p>
            <a:pPr eaLnBrk="1" hangingPunct="1"/>
            <a:r>
              <a:rPr lang="en-US" altLang="ko-KR" sz="1100">
                <a:solidFill>
                  <a:srgbClr val="FF0000"/>
                </a:solidFill>
              </a:rPr>
              <a:t>1.</a:t>
            </a:r>
            <a:r>
              <a:rPr lang="ko-KR" altLang="en-US" sz="1100">
                <a:solidFill>
                  <a:srgbClr val="FF0000"/>
                </a:solidFill>
              </a:rPr>
              <a:t>주님께 영광 다시 사신 주</a:t>
            </a:r>
          </a:p>
        </p:txBody>
      </p:sp>
      <p:sp>
        <p:nvSpPr>
          <p:cNvPr id="3076" name="AutoShape 14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2428875" y="4878306"/>
            <a:ext cx="2111375" cy="171503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</p:spPr>
        <p:txBody>
          <a:bodyPr lIns="45720" rIns="45720" anchor="ctr"/>
          <a:lstStyle/>
          <a:p>
            <a:pPr eaLnBrk="1" hangingPunct="1"/>
            <a:r>
              <a:rPr lang="en-US" altLang="ko-KR" sz="1100"/>
              <a:t>2.</a:t>
            </a:r>
            <a:r>
              <a:rPr lang="ko-KR" altLang="en-US" sz="1100"/>
              <a:t>부활의 주님 나타나시사</a:t>
            </a:r>
          </a:p>
        </p:txBody>
      </p:sp>
      <p:sp>
        <p:nvSpPr>
          <p:cNvPr id="3077" name="AutoShape 15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4603751" y="4878306"/>
            <a:ext cx="2111375" cy="171503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</p:spPr>
        <p:txBody>
          <a:bodyPr lIns="45720" rIns="45720" anchor="ctr"/>
          <a:lstStyle/>
          <a:p>
            <a:pPr eaLnBrk="1" hangingPunct="1"/>
            <a:r>
              <a:rPr lang="en-US" altLang="ko-KR" sz="1100"/>
              <a:t>3.</a:t>
            </a:r>
            <a:r>
              <a:rPr lang="ko-KR" altLang="en-US" sz="1100"/>
              <a:t>생명의 임금 영광의 주님 주님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그림 1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5145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9" name="AutoShape 1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254000" y="4878306"/>
            <a:ext cx="2111375" cy="171503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</p:spPr>
        <p:txBody>
          <a:bodyPr lIns="45720" rIns="45720" anchor="ctr"/>
          <a:lstStyle/>
          <a:p>
            <a:pPr eaLnBrk="1" hangingPunct="1"/>
            <a:r>
              <a:rPr lang="en-US" altLang="ko-KR" sz="1100">
                <a:solidFill>
                  <a:srgbClr val="FF0000"/>
                </a:solidFill>
              </a:rPr>
              <a:t>1.</a:t>
            </a:r>
            <a:r>
              <a:rPr lang="ko-KR" altLang="en-US" sz="1100">
                <a:solidFill>
                  <a:srgbClr val="FF0000"/>
                </a:solidFill>
              </a:rPr>
              <a:t>주님께 영광 다시 사신 주</a:t>
            </a:r>
          </a:p>
        </p:txBody>
      </p:sp>
      <p:sp>
        <p:nvSpPr>
          <p:cNvPr id="4100" name="AutoShape 14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2428875" y="4878306"/>
            <a:ext cx="2111375" cy="171503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</p:spPr>
        <p:txBody>
          <a:bodyPr lIns="45720" rIns="45720" anchor="ctr"/>
          <a:lstStyle/>
          <a:p>
            <a:pPr eaLnBrk="1" hangingPunct="1"/>
            <a:r>
              <a:rPr lang="en-US" altLang="ko-KR" sz="1100"/>
              <a:t>2.</a:t>
            </a:r>
            <a:r>
              <a:rPr lang="ko-KR" altLang="en-US" sz="1100"/>
              <a:t>부활의 주님 나타나시사</a:t>
            </a:r>
          </a:p>
        </p:txBody>
      </p:sp>
      <p:sp>
        <p:nvSpPr>
          <p:cNvPr id="4101" name="AutoShape 15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4603751" y="4878306"/>
            <a:ext cx="2111375" cy="171503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</p:spPr>
        <p:txBody>
          <a:bodyPr lIns="45720" rIns="45720" anchor="ctr"/>
          <a:lstStyle/>
          <a:p>
            <a:pPr eaLnBrk="1" hangingPunct="1"/>
            <a:r>
              <a:rPr lang="en-US" altLang="ko-KR" sz="1100"/>
              <a:t>3.</a:t>
            </a:r>
            <a:r>
              <a:rPr lang="ko-KR" altLang="en-US" sz="1100"/>
              <a:t>생명의 임금 영광의 주님 주님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그림 1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5145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3" name="AutoShape 1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254000" y="4878306"/>
            <a:ext cx="2111375" cy="171503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</p:spPr>
        <p:txBody>
          <a:bodyPr lIns="45720" rIns="45720" anchor="ctr"/>
          <a:lstStyle/>
          <a:p>
            <a:pPr eaLnBrk="1" hangingPunct="1"/>
            <a:r>
              <a:rPr lang="en-US" altLang="ko-KR" sz="1100"/>
              <a:t>1.</a:t>
            </a:r>
            <a:r>
              <a:rPr lang="ko-KR" altLang="en-US" sz="1100"/>
              <a:t>주님께 영광 다시 사신 주</a:t>
            </a:r>
          </a:p>
        </p:txBody>
      </p:sp>
      <p:sp>
        <p:nvSpPr>
          <p:cNvPr id="5124" name="AutoShape 14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2428875" y="4878306"/>
            <a:ext cx="2111375" cy="171503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</p:spPr>
        <p:txBody>
          <a:bodyPr lIns="45720" rIns="45720" anchor="ctr"/>
          <a:lstStyle/>
          <a:p>
            <a:pPr eaLnBrk="1" hangingPunct="1"/>
            <a:r>
              <a:rPr lang="en-US" altLang="ko-KR" sz="1100">
                <a:solidFill>
                  <a:srgbClr val="FF0000"/>
                </a:solidFill>
              </a:rPr>
              <a:t>2.</a:t>
            </a:r>
            <a:r>
              <a:rPr lang="ko-KR" altLang="en-US" sz="1100">
                <a:solidFill>
                  <a:srgbClr val="FF0000"/>
                </a:solidFill>
              </a:rPr>
              <a:t>부활의 주님 나타나시사</a:t>
            </a:r>
          </a:p>
        </p:txBody>
      </p:sp>
      <p:sp>
        <p:nvSpPr>
          <p:cNvPr id="5125" name="AutoShape 15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4603751" y="4878306"/>
            <a:ext cx="2111375" cy="171503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</p:spPr>
        <p:txBody>
          <a:bodyPr lIns="45720" rIns="45720" anchor="ctr"/>
          <a:lstStyle/>
          <a:p>
            <a:pPr eaLnBrk="1" hangingPunct="1"/>
            <a:r>
              <a:rPr lang="en-US" altLang="ko-KR" sz="1100"/>
              <a:t>3.</a:t>
            </a:r>
            <a:r>
              <a:rPr lang="ko-KR" altLang="en-US" sz="1100"/>
              <a:t>생명의 임금 영광의 주님 주님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그림 1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5145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7" name="AutoShape 1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254000" y="4878306"/>
            <a:ext cx="2111375" cy="171503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</p:spPr>
        <p:txBody>
          <a:bodyPr lIns="45720" rIns="45720" anchor="ctr"/>
          <a:lstStyle/>
          <a:p>
            <a:pPr eaLnBrk="1" hangingPunct="1"/>
            <a:r>
              <a:rPr lang="en-US" altLang="ko-KR" sz="1100"/>
              <a:t>1.</a:t>
            </a:r>
            <a:r>
              <a:rPr lang="ko-KR" altLang="en-US" sz="1100"/>
              <a:t>주님께 영광 다시 사신 주</a:t>
            </a:r>
          </a:p>
        </p:txBody>
      </p:sp>
      <p:sp>
        <p:nvSpPr>
          <p:cNvPr id="6148" name="AutoShape 14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2428875" y="4878306"/>
            <a:ext cx="2111375" cy="171503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</p:spPr>
        <p:txBody>
          <a:bodyPr lIns="45720" rIns="45720" anchor="ctr"/>
          <a:lstStyle/>
          <a:p>
            <a:pPr eaLnBrk="1" hangingPunct="1"/>
            <a:r>
              <a:rPr lang="en-US" altLang="ko-KR" sz="1100">
                <a:solidFill>
                  <a:srgbClr val="FF0000"/>
                </a:solidFill>
              </a:rPr>
              <a:t>2.</a:t>
            </a:r>
            <a:r>
              <a:rPr lang="ko-KR" altLang="en-US" sz="1100">
                <a:solidFill>
                  <a:srgbClr val="FF0000"/>
                </a:solidFill>
              </a:rPr>
              <a:t>부활의 주님 나타나시사</a:t>
            </a:r>
          </a:p>
        </p:txBody>
      </p:sp>
      <p:sp>
        <p:nvSpPr>
          <p:cNvPr id="6149" name="AutoShape 15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4603751" y="4878306"/>
            <a:ext cx="2111375" cy="171503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</p:spPr>
        <p:txBody>
          <a:bodyPr lIns="45720" rIns="45720" anchor="ctr"/>
          <a:lstStyle/>
          <a:p>
            <a:pPr eaLnBrk="1" hangingPunct="1"/>
            <a:r>
              <a:rPr lang="en-US" altLang="ko-KR" sz="1100"/>
              <a:t>3.</a:t>
            </a:r>
            <a:r>
              <a:rPr lang="ko-KR" altLang="en-US" sz="1100"/>
              <a:t>생명의 임금 영광의 주님 주님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그림 1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5145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1" name="AutoShape 1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254000" y="4878306"/>
            <a:ext cx="2111375" cy="171503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</p:spPr>
        <p:txBody>
          <a:bodyPr lIns="45720" rIns="45720" anchor="ctr"/>
          <a:lstStyle/>
          <a:p>
            <a:pPr eaLnBrk="1" hangingPunct="1"/>
            <a:r>
              <a:rPr lang="en-US" altLang="ko-KR" sz="1100"/>
              <a:t>1.</a:t>
            </a:r>
            <a:r>
              <a:rPr lang="ko-KR" altLang="en-US" sz="1100"/>
              <a:t>주님께 영광 다시 사신 주</a:t>
            </a:r>
          </a:p>
        </p:txBody>
      </p:sp>
      <p:sp>
        <p:nvSpPr>
          <p:cNvPr id="7172" name="AutoShape 14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2428875" y="4878306"/>
            <a:ext cx="2111375" cy="171503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</p:spPr>
        <p:txBody>
          <a:bodyPr lIns="45720" rIns="45720" anchor="ctr"/>
          <a:lstStyle/>
          <a:p>
            <a:pPr eaLnBrk="1" hangingPunct="1"/>
            <a:r>
              <a:rPr lang="en-US" altLang="ko-KR" sz="1100">
                <a:solidFill>
                  <a:srgbClr val="FF0000"/>
                </a:solidFill>
              </a:rPr>
              <a:t>2.</a:t>
            </a:r>
            <a:r>
              <a:rPr lang="ko-KR" altLang="en-US" sz="1100">
                <a:solidFill>
                  <a:srgbClr val="FF0000"/>
                </a:solidFill>
              </a:rPr>
              <a:t>부활의 주님 나타나시사</a:t>
            </a:r>
          </a:p>
        </p:txBody>
      </p:sp>
      <p:sp>
        <p:nvSpPr>
          <p:cNvPr id="7173" name="AutoShape 15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4603751" y="4878306"/>
            <a:ext cx="2111375" cy="171503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</p:spPr>
        <p:txBody>
          <a:bodyPr lIns="45720" rIns="45720" anchor="ctr"/>
          <a:lstStyle/>
          <a:p>
            <a:pPr eaLnBrk="1" hangingPunct="1"/>
            <a:r>
              <a:rPr lang="en-US" altLang="ko-KR" sz="1100"/>
              <a:t>3.</a:t>
            </a:r>
            <a:r>
              <a:rPr lang="ko-KR" altLang="en-US" sz="1100"/>
              <a:t>생명의 임금 영광의 주님 주님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그림 1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5145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95" name="AutoShape 1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254000" y="4878306"/>
            <a:ext cx="2111375" cy="171503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</p:spPr>
        <p:txBody>
          <a:bodyPr lIns="45720" rIns="45720" anchor="ctr"/>
          <a:lstStyle/>
          <a:p>
            <a:pPr eaLnBrk="1" hangingPunct="1"/>
            <a:r>
              <a:rPr lang="en-US" altLang="ko-KR" sz="1100"/>
              <a:t>1.</a:t>
            </a:r>
            <a:r>
              <a:rPr lang="ko-KR" altLang="en-US" sz="1100"/>
              <a:t>주님께 영광 다시 사신 주</a:t>
            </a:r>
          </a:p>
        </p:txBody>
      </p:sp>
      <p:sp>
        <p:nvSpPr>
          <p:cNvPr id="8196" name="AutoShape 14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2428875" y="4878306"/>
            <a:ext cx="2111375" cy="171503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</p:spPr>
        <p:txBody>
          <a:bodyPr lIns="45720" rIns="45720" anchor="ctr"/>
          <a:lstStyle/>
          <a:p>
            <a:pPr eaLnBrk="1" hangingPunct="1"/>
            <a:r>
              <a:rPr lang="en-US" altLang="ko-KR" sz="1100"/>
              <a:t>2.</a:t>
            </a:r>
            <a:r>
              <a:rPr lang="ko-KR" altLang="en-US" sz="1100"/>
              <a:t>부활의 주님 나타나시사</a:t>
            </a:r>
          </a:p>
        </p:txBody>
      </p:sp>
      <p:sp>
        <p:nvSpPr>
          <p:cNvPr id="8197" name="AutoShape 15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4603751" y="4878306"/>
            <a:ext cx="2111375" cy="171503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</p:spPr>
        <p:txBody>
          <a:bodyPr lIns="45720" rIns="45720" anchor="ctr"/>
          <a:lstStyle/>
          <a:p>
            <a:pPr eaLnBrk="1" hangingPunct="1"/>
            <a:r>
              <a:rPr lang="en-US" altLang="ko-KR" sz="1100">
                <a:solidFill>
                  <a:srgbClr val="FF0000"/>
                </a:solidFill>
              </a:rPr>
              <a:t>3.</a:t>
            </a:r>
            <a:r>
              <a:rPr lang="ko-KR" altLang="en-US" sz="1100">
                <a:solidFill>
                  <a:srgbClr val="FF0000"/>
                </a:solidFill>
              </a:rPr>
              <a:t>생명의 임금 영광의 주님 주님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그림 1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5145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19" name="AutoShape 1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254000" y="4878306"/>
            <a:ext cx="2111375" cy="171503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</p:spPr>
        <p:txBody>
          <a:bodyPr lIns="45720" rIns="45720" anchor="ctr"/>
          <a:lstStyle/>
          <a:p>
            <a:pPr eaLnBrk="1" hangingPunct="1"/>
            <a:r>
              <a:rPr lang="en-US" altLang="ko-KR" sz="1100"/>
              <a:t>1.</a:t>
            </a:r>
            <a:r>
              <a:rPr lang="ko-KR" altLang="en-US" sz="1100"/>
              <a:t>주님께 영광 다시 사신 주</a:t>
            </a:r>
          </a:p>
        </p:txBody>
      </p:sp>
      <p:sp>
        <p:nvSpPr>
          <p:cNvPr id="9220" name="AutoShape 14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2428875" y="4878306"/>
            <a:ext cx="2111375" cy="171503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</p:spPr>
        <p:txBody>
          <a:bodyPr lIns="45720" rIns="45720" anchor="ctr"/>
          <a:lstStyle/>
          <a:p>
            <a:pPr eaLnBrk="1" hangingPunct="1"/>
            <a:r>
              <a:rPr lang="en-US" altLang="ko-KR" sz="1100"/>
              <a:t>2.</a:t>
            </a:r>
            <a:r>
              <a:rPr lang="ko-KR" altLang="en-US" sz="1100"/>
              <a:t>부활의 주님 나타나시사</a:t>
            </a:r>
          </a:p>
        </p:txBody>
      </p:sp>
      <p:sp>
        <p:nvSpPr>
          <p:cNvPr id="9221" name="AutoShape 15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4603751" y="4878306"/>
            <a:ext cx="2111375" cy="171503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</p:spPr>
        <p:txBody>
          <a:bodyPr lIns="45720" rIns="45720" anchor="ctr"/>
          <a:lstStyle/>
          <a:p>
            <a:pPr eaLnBrk="1" hangingPunct="1"/>
            <a:r>
              <a:rPr lang="en-US" altLang="ko-KR" sz="1100">
                <a:solidFill>
                  <a:srgbClr val="FF0000"/>
                </a:solidFill>
              </a:rPr>
              <a:t>3.</a:t>
            </a:r>
            <a:r>
              <a:rPr lang="ko-KR" altLang="en-US" sz="1100">
                <a:solidFill>
                  <a:srgbClr val="FF0000"/>
                </a:solidFill>
              </a:rPr>
              <a:t>생명의 임금 영광의 주님 주님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그림 1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5145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AutoShape 1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254000" y="4878306"/>
            <a:ext cx="2111375" cy="171503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</p:spPr>
        <p:txBody>
          <a:bodyPr lIns="45720" rIns="45720" anchor="ctr"/>
          <a:lstStyle/>
          <a:p>
            <a:pPr eaLnBrk="1" hangingPunct="1"/>
            <a:r>
              <a:rPr lang="en-US" altLang="ko-KR" sz="1100"/>
              <a:t>1.</a:t>
            </a:r>
            <a:r>
              <a:rPr lang="ko-KR" altLang="en-US" sz="1100"/>
              <a:t>주님께 영광 다시 사신 주</a:t>
            </a:r>
          </a:p>
        </p:txBody>
      </p:sp>
      <p:sp>
        <p:nvSpPr>
          <p:cNvPr id="10244" name="AutoShape 14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2428875" y="4878306"/>
            <a:ext cx="2111375" cy="171503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</p:spPr>
        <p:txBody>
          <a:bodyPr lIns="45720" rIns="45720" anchor="ctr"/>
          <a:lstStyle/>
          <a:p>
            <a:pPr eaLnBrk="1" hangingPunct="1"/>
            <a:r>
              <a:rPr lang="en-US" altLang="ko-KR" sz="1100"/>
              <a:t>2.</a:t>
            </a:r>
            <a:r>
              <a:rPr lang="ko-KR" altLang="en-US" sz="1100"/>
              <a:t>부활의 주님 나타나시사</a:t>
            </a:r>
          </a:p>
        </p:txBody>
      </p:sp>
      <p:sp>
        <p:nvSpPr>
          <p:cNvPr id="10245" name="AutoShape 15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4603751" y="4878306"/>
            <a:ext cx="2111375" cy="171503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</p:spPr>
        <p:txBody>
          <a:bodyPr lIns="45720" rIns="45720" anchor="ctr"/>
          <a:lstStyle/>
          <a:p>
            <a:pPr eaLnBrk="1" hangingPunct="1"/>
            <a:r>
              <a:rPr lang="en-US" altLang="ko-KR" sz="1100">
                <a:solidFill>
                  <a:srgbClr val="FF0000"/>
                </a:solidFill>
              </a:rPr>
              <a:t>3.</a:t>
            </a:r>
            <a:r>
              <a:rPr lang="ko-KR" altLang="en-US" sz="1100">
                <a:solidFill>
                  <a:srgbClr val="FF0000"/>
                </a:solidFill>
              </a:rPr>
              <a:t>생명의 임금 영광의 주님 주님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69D39B64-BD32-4FBF-AA81-F64AE5880FFA}"/>
              </a:ext>
            </a:extLst>
          </p:cNvPr>
          <p:cNvSpPr txBox="1"/>
          <p:nvPr/>
        </p:nvSpPr>
        <p:spPr>
          <a:xfrm>
            <a:off x="0" y="1492425"/>
            <a:ext cx="9144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8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궁서체" panose="02030609000101010101" pitchFamily="17" charset="-127"/>
                <a:ea typeface="궁서체" panose="02030609000101010101" pitchFamily="17" charset="-127"/>
              </a:rPr>
              <a:t>축   도</a:t>
            </a:r>
            <a:endParaRPr lang="zh-CN" altLang="en-US" sz="10400" b="1" dirty="0">
              <a:solidFill>
                <a:schemeClr val="tx1">
                  <a:lumMod val="95000"/>
                  <a:lumOff val="5000"/>
                </a:schemeClr>
              </a:solidFill>
              <a:latin typeface="궁서체" panose="02030609000101010101" pitchFamily="17" charset="-127"/>
              <a:ea typeface="궁서체" panose="02030609000101010101" pitchFamily="17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8933550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跋涉">
  <a:themeElements>
    <a:clrScheme name="跋涉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跋涉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跋涉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2751</TotalTime>
  <Words>808</Words>
  <Application>Microsoft Office PowerPoint</Application>
  <PresentationFormat>自定义</PresentationFormat>
  <Paragraphs>122</Paragraphs>
  <Slides>38</Slides>
  <Notes>11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39" baseType="lpstr">
      <vt:lpstr>跋涉</vt:lpstr>
      <vt:lpstr>한중소망교회 주일예배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눅(路)24:13-35</vt:lpstr>
      <vt:lpstr>눅(路)24:13-35</vt:lpstr>
      <vt:lpstr>눅(路)24:13-35</vt:lpstr>
      <vt:lpstr>눅(路)24:13-35</vt:lpstr>
      <vt:lpstr>눅(路)24:13-35</vt:lpstr>
      <vt:lpstr>눅(路)24:13-35</vt:lpstr>
      <vt:lpstr>눅(路)24:13-35</vt:lpstr>
      <vt:lpstr>눅(路)24:13-35</vt:lpstr>
      <vt:lpstr>눅(路)24:13-35</vt:lpstr>
      <vt:lpstr>幻灯片 26</vt:lpstr>
      <vt:lpstr>幻灯片 27</vt:lpstr>
      <vt:lpstr>幻灯片 28</vt:lpstr>
      <vt:lpstr>幻灯片 29</vt:lpstr>
      <vt:lpstr>幻灯片 30</vt:lpstr>
      <vt:lpstr>幻灯片 31</vt:lpstr>
      <vt:lpstr>幻灯片 32</vt:lpstr>
      <vt:lpstr>幻灯片 33</vt:lpstr>
      <vt:lpstr>幻灯片 34</vt:lpstr>
      <vt:lpstr>幻灯片 35</vt:lpstr>
      <vt:lpstr>幻灯片 36</vt:lpstr>
      <vt:lpstr>幻灯片 37</vt:lpstr>
      <vt:lpstr>幻灯片 38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한주</dc:title>
  <dc:creator>My Note-PC</dc:creator>
  <cp:lastModifiedBy>Administrator</cp:lastModifiedBy>
  <cp:revision>204</cp:revision>
  <dcterms:created xsi:type="dcterms:W3CDTF">2019-06-09T00:57:22Z</dcterms:created>
  <dcterms:modified xsi:type="dcterms:W3CDTF">2020-04-11T12:32:28Z</dcterms:modified>
</cp:coreProperties>
</file>