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512" r:id="rId1"/>
  </p:sldMasterIdLst>
  <p:notesMasterIdLst>
    <p:notesMasterId r:id="rId27"/>
  </p:notesMasterIdLst>
  <p:handoutMasterIdLst>
    <p:handoutMasterId r:id="rId28"/>
  </p:handoutMasterIdLst>
  <p:sldIdLst>
    <p:sldId id="1063" r:id="rId2"/>
    <p:sldId id="1091" r:id="rId3"/>
    <p:sldId id="1084" r:id="rId4"/>
    <p:sldId id="306" r:id="rId5"/>
    <p:sldId id="1025" r:id="rId6"/>
    <p:sldId id="257" r:id="rId7"/>
    <p:sldId id="327" r:id="rId8"/>
    <p:sldId id="328" r:id="rId9"/>
    <p:sldId id="329" r:id="rId10"/>
    <p:sldId id="1065" r:id="rId11"/>
    <p:sldId id="1066" r:id="rId12"/>
    <p:sldId id="1067" r:id="rId13"/>
    <p:sldId id="1085" r:id="rId14"/>
    <p:sldId id="1086" r:id="rId15"/>
    <p:sldId id="1087" r:id="rId16"/>
    <p:sldId id="1074" r:id="rId17"/>
    <p:sldId id="1070" r:id="rId18"/>
    <p:sldId id="501" r:id="rId19"/>
    <p:sldId id="1088" r:id="rId20"/>
    <p:sldId id="1071" r:id="rId21"/>
    <p:sldId id="1040" r:id="rId22"/>
    <p:sldId id="1042" r:id="rId23"/>
    <p:sldId id="1041" r:id="rId24"/>
    <p:sldId id="1089" r:id="rId25"/>
    <p:sldId id="281" r:id="rId26"/>
  </p:sldIdLst>
  <p:sldSz cx="9001125" cy="5400675"/>
  <p:notesSz cx="6858000" cy="9144000"/>
  <p:defaultTextStyle>
    <a:defPPr>
      <a:defRPr lang="ko-KR"/>
    </a:defPPr>
    <a:lvl1pPr marL="0" algn="l" defTabSz="898489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49245" algn="l" defTabSz="898489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898489" algn="l" defTabSz="898489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47734" algn="l" defTabSz="898489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796979" algn="l" defTabSz="898489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46224" algn="l" defTabSz="898489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695468" algn="l" defTabSz="898489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44713" algn="l" defTabSz="898489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593958" algn="l" defTabSz="898489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99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147" autoAdjust="0"/>
    <p:restoredTop sz="76623" autoAdjust="0"/>
  </p:normalViewPr>
  <p:slideViewPr>
    <p:cSldViewPr>
      <p:cViewPr varScale="1">
        <p:scale>
          <a:sx n="90" d="100"/>
          <a:sy n="90" d="100"/>
        </p:scale>
        <p:origin x="-672" y="-90"/>
      </p:cViewPr>
      <p:guideLst>
        <p:guide orient="horz" pos="1702"/>
        <p:guide pos="2835"/>
      </p:guideLst>
    </p:cSldViewPr>
  </p:slideViewPr>
  <p:outlineViewPr>
    <p:cViewPr>
      <p:scale>
        <a:sx n="33" d="100"/>
        <a:sy n="33" d="100"/>
      </p:scale>
      <p:origin x="0" y="393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5" d="100"/>
          <a:sy n="55" d="100"/>
        </p:scale>
        <p:origin x="-2904" y="-90"/>
      </p:cViewPr>
      <p:guideLst>
        <p:guide orient="horz" pos="2880"/>
        <p:guide pos="2160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5E933E-41D2-42F2-A90E-879E8E4E5D14}" type="datetimeFigureOut">
              <a:rPr lang="ko-KR" altLang="en-US" smtClean="0"/>
              <a:pPr/>
              <a:t>2020-08-08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117923-389E-4160-936C-838CEFD2E3F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10424685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7B7D44-06C7-475C-BC80-BA0E3A4D069E}" type="datetimeFigureOut">
              <a:rPr lang="ko-KR" altLang="en-US" smtClean="0"/>
              <a:pPr/>
              <a:t>2020-08-08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571500" y="685800"/>
            <a:ext cx="5715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C2B02A-DC17-4828-8E6C-C7A34C8DBBE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5452706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98489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49245" algn="l" defTabSz="898489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898489" algn="l" defTabSz="898489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47734" algn="l" defTabSz="898489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796979" algn="l" defTabSz="898489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46224" algn="l" defTabSz="898489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695468" algn="l" defTabSz="898489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44713" algn="l" defTabSz="898489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593958" algn="l" defTabSz="898489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571500" y="685800"/>
            <a:ext cx="5715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C2B02A-DC17-4828-8E6C-C7A34C8DBBE7}" type="slidenum">
              <a:rPr lang="ko-KR" altLang="en-US" smtClean="0"/>
              <a:pPr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12961182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571500" y="685800"/>
            <a:ext cx="5715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C2B02A-DC17-4828-8E6C-C7A34C8DBBE7}" type="slidenum">
              <a:rPr lang="ko-KR" altLang="en-US" smtClean="0"/>
              <a:pPr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12961182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571500" y="685800"/>
            <a:ext cx="5715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C2B02A-DC17-4828-8E6C-C7A34C8DBBE7}" type="slidenum">
              <a:rPr lang="ko-KR" altLang="en-US" smtClean="0"/>
              <a:pPr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12961182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571500" y="685800"/>
            <a:ext cx="5715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C2B02A-DC17-4828-8E6C-C7A34C8DBBE7}" type="slidenum">
              <a:rPr lang="ko-KR" altLang="en-US" smtClean="0"/>
              <a:pPr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12961182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直接连接符 6"/>
          <p:cNvSpPr>
            <a:spLocks noChangeShapeType="1"/>
          </p:cNvSpPr>
          <p:nvPr/>
        </p:nvSpPr>
        <p:spPr bwMode="auto">
          <a:xfrm>
            <a:off x="506313" y="4213048"/>
            <a:ext cx="8494812" cy="1875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9849" tIns="44924" rIns="89849" bIns="44924" anchor="t" compatLnSpc="1"/>
          <a:lstStyle/>
          <a:p>
            <a:endParaRPr kumimoji="0" lang="en-US"/>
          </a:p>
        </p:txBody>
      </p:sp>
      <p:sp>
        <p:nvSpPr>
          <p:cNvPr id="29" name="标题 28"/>
          <p:cNvSpPr>
            <a:spLocks noGrp="1"/>
          </p:cNvSpPr>
          <p:nvPr>
            <p:ph type="ctrTitle"/>
          </p:nvPr>
        </p:nvSpPr>
        <p:spPr>
          <a:xfrm>
            <a:off x="375048" y="3822063"/>
            <a:ext cx="8326041" cy="962620"/>
          </a:xfrm>
        </p:spPr>
        <p:txBody>
          <a:bodyPr anchor="t"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9" name="副标题 8"/>
          <p:cNvSpPr>
            <a:spLocks noGrp="1"/>
          </p:cNvSpPr>
          <p:nvPr>
            <p:ph type="subTitle" idx="1"/>
          </p:nvPr>
        </p:nvSpPr>
        <p:spPr>
          <a:xfrm>
            <a:off x="375048" y="3060382"/>
            <a:ext cx="8326041" cy="720090"/>
          </a:xfrm>
        </p:spPr>
        <p:txBody>
          <a:bodyPr anchor="b"/>
          <a:lstStyle>
            <a:lvl1pPr marL="0" indent="0" algn="l">
              <a:buNone/>
              <a:defRPr sz="2400">
                <a:solidFill>
                  <a:schemeClr val="tx2">
                    <a:shade val="75000"/>
                  </a:schemeClr>
                </a:solidFill>
              </a:defRPr>
            </a:lvl1pPr>
            <a:lvl2pPr marL="449245" indent="0" algn="ctr">
              <a:buNone/>
            </a:lvl2pPr>
            <a:lvl3pPr marL="898489" indent="0" algn="ctr">
              <a:buNone/>
            </a:lvl3pPr>
            <a:lvl4pPr marL="1347734" indent="0" algn="ctr">
              <a:buNone/>
            </a:lvl4pPr>
            <a:lvl5pPr marL="1796979" indent="0" algn="ctr">
              <a:buNone/>
            </a:lvl5pPr>
            <a:lvl6pPr marL="2246224" indent="0" algn="ctr">
              <a:buNone/>
            </a:lvl6pPr>
            <a:lvl7pPr marL="2695468" indent="0" algn="ctr">
              <a:buNone/>
            </a:lvl7pPr>
            <a:lvl8pPr marL="3144713" indent="0" algn="ctr">
              <a:buNone/>
            </a:lvl8pPr>
            <a:lvl9pPr marL="3593958" indent="0" algn="ctr">
              <a:buNone/>
            </a:lvl9pPr>
          </a:lstStyle>
          <a:p>
            <a:r>
              <a:rPr kumimoji="0" lang="zh-CN" altLang="en-US" smtClean="0"/>
              <a:t>单击此处编辑母版副标题样式</a:t>
            </a:r>
            <a:endParaRPr kumimoji="0" lang="en-US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C94F4-580C-456C-9AC1-0460A6369F04}" type="datetimeFigureOut">
              <a:rPr lang="ko-KR" altLang="en-US" smtClean="0"/>
              <a:pPr/>
              <a:t>2020-08-08</a:t>
            </a:fld>
            <a:endParaRPr lang="ko-KR" altLang="en-US"/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5" name="灯片编号占位符 14"/>
          <p:cNvSpPr>
            <a:spLocks noGrp="1"/>
          </p:cNvSpPr>
          <p:nvPr>
            <p:ph type="sldNum" sz="quarter" idx="12"/>
          </p:nvPr>
        </p:nvSpPr>
        <p:spPr>
          <a:xfrm>
            <a:off x="8101014" y="5098238"/>
            <a:ext cx="747093" cy="194424"/>
          </a:xfrm>
        </p:spPr>
        <p:txBody>
          <a:bodyPr/>
          <a:lstStyle/>
          <a:p>
            <a:fld id="{67993BEA-302B-4FFF-AACD-FFE072B67D7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标题 2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27" name="内容占位符 2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25" name="日期占位符 2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C94F4-580C-456C-9AC1-0460A6369F04}" type="datetimeFigureOut">
              <a:rPr lang="ko-KR" altLang="en-US" smtClean="0"/>
              <a:pPr/>
              <a:t>2020-08-08</a:t>
            </a:fld>
            <a:endParaRPr lang="ko-KR" altLang="en-US"/>
          </a:p>
        </p:txBody>
      </p:sp>
      <p:sp>
        <p:nvSpPr>
          <p:cNvPr id="19" name="页脚占位符 18"/>
          <p:cNvSpPr>
            <a:spLocks noGrp="1"/>
          </p:cNvSpPr>
          <p:nvPr>
            <p:ph type="ftr" sz="quarter" idx="11"/>
          </p:nvPr>
        </p:nvSpPr>
        <p:spPr>
          <a:xfrm>
            <a:off x="3525441" y="60010"/>
            <a:ext cx="2850356" cy="227529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16" name="灯片编号占位符 15"/>
          <p:cNvSpPr>
            <a:spLocks noGrp="1"/>
          </p:cNvSpPr>
          <p:nvPr>
            <p:ph type="sldNum" sz="quarter" idx="12"/>
          </p:nvPr>
        </p:nvSpPr>
        <p:spPr>
          <a:xfrm>
            <a:off x="8101014" y="5098238"/>
            <a:ext cx="747093" cy="194424"/>
          </a:xfrm>
        </p:spPr>
        <p:txBody>
          <a:bodyPr/>
          <a:lstStyle/>
          <a:p>
            <a:fld id="{67993BEA-302B-4FFF-AACD-FFE072B67D7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直接连接符 6"/>
          <p:cNvSpPr>
            <a:spLocks noChangeShapeType="1"/>
          </p:cNvSpPr>
          <p:nvPr/>
        </p:nvSpPr>
        <p:spPr bwMode="auto">
          <a:xfrm>
            <a:off x="506313" y="2712861"/>
            <a:ext cx="8494812" cy="1875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9849" tIns="44924" rIns="89849" bIns="44924" anchor="t" compatLnSpc="1"/>
          <a:lstStyle/>
          <a:p>
            <a:endParaRPr kumimoji="0" 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>
          <a:xfrm>
            <a:off x="375048" y="1320166"/>
            <a:ext cx="8326041" cy="960119"/>
          </a:xfrm>
        </p:spPr>
        <p:txBody>
          <a:bodyPr anchor="b"/>
          <a:lstStyle>
            <a:lvl1pPr marL="0" indent="0" algn="r">
              <a:buNone/>
              <a:defRPr sz="2000">
                <a:solidFill>
                  <a:schemeClr val="tx2">
                    <a:shade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19" name="日期占位符 1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C94F4-580C-456C-9AC1-0460A6369F04}" type="datetimeFigureOut">
              <a:rPr lang="ko-KR" altLang="en-US" smtClean="0"/>
              <a:pPr/>
              <a:t>2020-08-08</a:t>
            </a:fld>
            <a:endParaRPr lang="ko-KR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6" name="灯片编号占位符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93BEA-302B-4FFF-AACD-FFE072B67D7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177656" y="2320830"/>
            <a:ext cx="8551069" cy="933050"/>
          </a:xfrm>
        </p:spPr>
        <p:txBody>
          <a:bodyPr rtlCol="0" anchor="t"/>
          <a:lstStyle>
            <a:lvl1pPr algn="r">
              <a:defRPr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 19"/>
          <p:cNvSpPr>
            <a:spLocks noGrp="1"/>
          </p:cNvSpPr>
          <p:nvPr>
            <p:ph type="title"/>
          </p:nvPr>
        </p:nvSpPr>
        <p:spPr>
          <a:xfrm>
            <a:off x="297037" y="360047"/>
            <a:ext cx="8551069" cy="662483"/>
          </a:xfrm>
        </p:spPr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14" name="内容占位符 13"/>
          <p:cNvSpPr>
            <a:spLocks noGrp="1"/>
          </p:cNvSpPr>
          <p:nvPr>
            <p:ph sz="half" idx="1"/>
          </p:nvPr>
        </p:nvSpPr>
        <p:spPr>
          <a:xfrm>
            <a:off x="300037" y="1260158"/>
            <a:ext cx="4125516" cy="372046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13" name="内容占位符 12"/>
          <p:cNvSpPr>
            <a:spLocks noGrp="1"/>
          </p:cNvSpPr>
          <p:nvPr>
            <p:ph sz="half" idx="2"/>
          </p:nvPr>
        </p:nvSpPr>
        <p:spPr>
          <a:xfrm>
            <a:off x="4575572" y="1260158"/>
            <a:ext cx="4275534" cy="372046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21" name="日期占位符 2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C94F4-580C-456C-9AC1-0460A6369F04}" type="datetimeFigureOut">
              <a:rPr lang="ko-KR" altLang="en-US" smtClean="0"/>
              <a:pPr/>
              <a:t>2020-08-08</a:t>
            </a:fld>
            <a:endParaRPr lang="ko-KR" altLang="en-US"/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1" name="灯片编号占位符 3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93BEA-302B-4FFF-AACD-FFE072B67D7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标题 28"/>
          <p:cNvSpPr>
            <a:spLocks noGrp="1"/>
          </p:cNvSpPr>
          <p:nvPr>
            <p:ph type="title"/>
          </p:nvPr>
        </p:nvSpPr>
        <p:spPr>
          <a:xfrm>
            <a:off x="300039" y="4260533"/>
            <a:ext cx="8476059" cy="695087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"/>
          </p:nvPr>
        </p:nvSpPr>
        <p:spPr>
          <a:xfrm>
            <a:off x="277046" y="525066"/>
            <a:ext cx="4223516" cy="503813"/>
          </a:xfrm>
        </p:spPr>
        <p:txBody>
          <a:bodyPr anchor="ctr"/>
          <a:lstStyle>
            <a:lvl1pPr marL="0" indent="0">
              <a:buNone/>
              <a:defRPr sz="1800" b="0" cap="all" baseline="0">
                <a:solidFill>
                  <a:schemeClr val="accent1">
                    <a:shade val="50000"/>
                  </a:schemeClr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25" name="文本占位符 24"/>
          <p:cNvSpPr>
            <a:spLocks noGrp="1"/>
          </p:cNvSpPr>
          <p:nvPr>
            <p:ph type="body" sz="half" idx="3"/>
          </p:nvPr>
        </p:nvSpPr>
        <p:spPr>
          <a:xfrm>
            <a:off x="4572451" y="525066"/>
            <a:ext cx="4225175" cy="503813"/>
          </a:xfrm>
        </p:spPr>
        <p:txBody>
          <a:bodyPr anchor="ctr"/>
          <a:lstStyle>
            <a:lvl1pPr marL="0" indent="0">
              <a:buNone/>
              <a:defRPr sz="1800" b="0" cap="all" baseline="0">
                <a:solidFill>
                  <a:schemeClr val="accent1">
                    <a:shade val="50000"/>
                  </a:schemeClr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277046" y="1036381"/>
            <a:ext cx="4223516" cy="310413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28" name="内容占位符 27"/>
          <p:cNvSpPr>
            <a:spLocks noGrp="1"/>
          </p:cNvSpPr>
          <p:nvPr>
            <p:ph sz="quarter" idx="4"/>
          </p:nvPr>
        </p:nvSpPr>
        <p:spPr>
          <a:xfrm>
            <a:off x="4576093" y="1036381"/>
            <a:ext cx="4221528" cy="310413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C94F4-580C-456C-9AC1-0460A6369F04}" type="datetimeFigureOut">
              <a:rPr lang="ko-KR" altLang="en-US" smtClean="0"/>
              <a:pPr/>
              <a:t>2020-08-08</a:t>
            </a:fld>
            <a:endParaRPr lang="ko-KR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101012" y="5100640"/>
            <a:ext cx="750094" cy="194424"/>
          </a:xfrm>
        </p:spPr>
        <p:txBody>
          <a:bodyPr/>
          <a:lstStyle/>
          <a:p>
            <a:fld id="{67993BEA-302B-4FFF-AACD-FFE072B67D7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1" name="直接连接符 10"/>
          <p:cNvSpPr>
            <a:spLocks noChangeShapeType="1"/>
          </p:cNvSpPr>
          <p:nvPr/>
        </p:nvSpPr>
        <p:spPr bwMode="auto">
          <a:xfrm>
            <a:off x="506313" y="4740593"/>
            <a:ext cx="8494812" cy="1875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9849" tIns="44924" rIns="89849" bIns="44924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标题 29"/>
          <p:cNvSpPr>
            <a:spLocks noGrp="1"/>
          </p:cNvSpPr>
          <p:nvPr>
            <p:ph type="title"/>
          </p:nvPr>
        </p:nvSpPr>
        <p:spPr>
          <a:xfrm>
            <a:off x="297037" y="360047"/>
            <a:ext cx="8551069" cy="662483"/>
          </a:xfrm>
        </p:spPr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12" name="日期占位符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C94F4-580C-456C-9AC1-0460A6369F04}" type="datetimeFigureOut">
              <a:rPr lang="ko-KR" altLang="en-US" smtClean="0"/>
              <a:pPr/>
              <a:t>2020-08-08</a:t>
            </a:fld>
            <a:endParaRPr lang="ko-KR" altLang="en-US"/>
          </a:p>
        </p:txBody>
      </p:sp>
      <p:sp>
        <p:nvSpPr>
          <p:cNvPr id="21" name="页脚占位符 2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93BEA-302B-4FFF-AACD-FFE072B67D7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C94F4-580C-456C-9AC1-0460A6369F04}" type="datetimeFigureOut">
              <a:rPr lang="ko-KR" altLang="en-US" smtClean="0"/>
              <a:pPr/>
              <a:t>2020-08-08</a:t>
            </a:fld>
            <a:endParaRPr lang="ko-KR" altLang="en-US"/>
          </a:p>
        </p:txBody>
      </p:sp>
      <p:sp>
        <p:nvSpPr>
          <p:cNvPr id="24" name="页脚占位符 2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93BEA-302B-4FFF-AACD-FFE072B67D7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直接连接符 7"/>
          <p:cNvSpPr>
            <a:spLocks noChangeShapeType="1"/>
          </p:cNvSpPr>
          <p:nvPr/>
        </p:nvSpPr>
        <p:spPr bwMode="auto">
          <a:xfrm>
            <a:off x="506313" y="4606180"/>
            <a:ext cx="8494812" cy="1875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9849" tIns="44924" rIns="89849" bIns="44924" anchor="t" compatLnSpc="1"/>
          <a:lstStyle/>
          <a:p>
            <a:endParaRPr kumimoji="0" lang="en-US"/>
          </a:p>
        </p:txBody>
      </p:sp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450057" y="4320540"/>
            <a:ext cx="8326041" cy="410052"/>
          </a:xfrm>
        </p:spPr>
        <p:txBody>
          <a:bodyPr anchor="ctr"/>
          <a:lstStyle>
            <a:lvl1pPr algn="l">
              <a:buNone/>
              <a:defRPr sz="2000" b="1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26" name="文本占位符 25"/>
          <p:cNvSpPr>
            <a:spLocks noGrp="1"/>
          </p:cNvSpPr>
          <p:nvPr>
            <p:ph type="body" idx="2"/>
          </p:nvPr>
        </p:nvSpPr>
        <p:spPr>
          <a:xfrm>
            <a:off x="450060" y="480061"/>
            <a:ext cx="2961308" cy="3780472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14" name="内容占位符 13"/>
          <p:cNvSpPr>
            <a:spLocks noGrp="1"/>
          </p:cNvSpPr>
          <p:nvPr>
            <p:ph sz="half" idx="1"/>
          </p:nvPr>
        </p:nvSpPr>
        <p:spPr>
          <a:xfrm>
            <a:off x="3519191" y="480061"/>
            <a:ext cx="5256907" cy="3780472"/>
          </a:xfrm>
        </p:spPr>
        <p:txBody>
          <a:bodyPr/>
          <a:lstStyle>
            <a:lvl1pPr>
              <a:defRPr sz="31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25" name="日期占位符 2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C94F4-580C-456C-9AC1-0460A6369F04}" type="datetimeFigureOut">
              <a:rPr lang="ko-KR" altLang="en-US" smtClean="0"/>
              <a:pPr/>
              <a:t>2020-08-08</a:t>
            </a:fld>
            <a:endParaRPr lang="ko-KR" altLang="en-US"/>
          </a:p>
        </p:txBody>
      </p:sp>
      <p:sp>
        <p:nvSpPr>
          <p:cNvPr id="29" name="页脚占位符 2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93BEA-302B-4FFF-AACD-FFE072B67D7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图片占位符 12"/>
          <p:cNvSpPr>
            <a:spLocks noGrp="1"/>
          </p:cNvSpPr>
          <p:nvPr>
            <p:ph type="pic" idx="1"/>
          </p:nvPr>
        </p:nvSpPr>
        <p:spPr>
          <a:xfrm>
            <a:off x="3450431" y="485601"/>
            <a:ext cx="4950619" cy="2880360"/>
          </a:xfrm>
          <a:solidFill>
            <a:schemeClr val="bg1"/>
          </a:solidFill>
          <a:ln w="6350">
            <a:solidFill>
              <a:schemeClr val="accent1"/>
            </a:solidFill>
          </a:ln>
          <a:effectLst>
            <a:reflection blurRad="1000" stA="49000" endA="500" endPos="10000" dist="900" dir="5400000" sy="-90000" algn="bl" rotWithShape="0"/>
          </a:effectLst>
        </p:spPr>
        <p:txBody>
          <a:bodyPr/>
          <a:lstStyle>
            <a:lvl1pPr marL="0" indent="0">
              <a:buNone/>
              <a:defRPr sz="3100"/>
            </a:lvl1pPr>
          </a:lstStyle>
          <a:p>
            <a:r>
              <a:rPr kumimoji="0" lang="zh-CN" altLang="en-US" smtClean="0"/>
              <a:t>单击图标添加图片</a:t>
            </a:r>
            <a:endParaRPr kumimoji="0"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C94F4-580C-456C-9AC1-0460A6369F04}" type="datetimeFigureOut">
              <a:rPr lang="ko-KR" altLang="en-US" smtClean="0"/>
              <a:pPr/>
              <a:t>2020-08-08</a:t>
            </a:fld>
            <a:endParaRPr lang="ko-KR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1" name="灯片编号占位符 3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93BEA-302B-4FFF-AACD-FFE072B67D7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7" name="标题 16"/>
          <p:cNvSpPr>
            <a:spLocks noGrp="1"/>
          </p:cNvSpPr>
          <p:nvPr>
            <p:ph type="title"/>
          </p:nvPr>
        </p:nvSpPr>
        <p:spPr>
          <a:xfrm>
            <a:off x="375047" y="3932587"/>
            <a:ext cx="5775722" cy="411302"/>
          </a:xfrm>
        </p:spPr>
        <p:txBody>
          <a:bodyPr anchor="ctr"/>
          <a:lstStyle>
            <a:lvl1pPr algn="l">
              <a:buNone/>
              <a:defRPr sz="2000" b="1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26" name="文本占位符 25"/>
          <p:cNvSpPr>
            <a:spLocks noGrp="1"/>
          </p:cNvSpPr>
          <p:nvPr>
            <p:ph type="body" sz="half" idx="2"/>
          </p:nvPr>
        </p:nvSpPr>
        <p:spPr>
          <a:xfrm>
            <a:off x="375047" y="4357410"/>
            <a:ext cx="5775722" cy="605075"/>
          </a:xfrm>
        </p:spPr>
        <p:txBody>
          <a:bodyPr lIns="107819" tIns="0"/>
          <a:lstStyle>
            <a:lvl1pPr marL="0" indent="0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C94F4-580C-456C-9AC1-0460A6369F04}" type="datetimeFigureOut">
              <a:rPr lang="ko-KR" altLang="en-US" smtClean="0"/>
              <a:pPr/>
              <a:t>2020-08-08</a:t>
            </a:fld>
            <a:endParaRPr lang="ko-KR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93BEA-302B-4FFF-AACD-FFE072B67D7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50845" y="432557"/>
            <a:ext cx="1800225" cy="4608077"/>
          </a:xfrm>
        </p:spPr>
        <p:txBody>
          <a:bodyPr vert="eaVert"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0057" y="432557"/>
            <a:ext cx="6150769" cy="4608077"/>
          </a:xfrm>
        </p:spPr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C94F4-580C-456C-9AC1-0460A6369F04}" type="datetimeFigureOut">
              <a:rPr lang="ko-KR" altLang="en-US" smtClean="0"/>
              <a:pPr/>
              <a:t>2020-08-08</a:t>
            </a:fld>
            <a:endParaRPr lang="ko-KR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93BEA-302B-4FFF-AACD-FFE072B67D7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빈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41832284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直接连接符 6"/>
          <p:cNvSpPr>
            <a:spLocks noChangeShapeType="1"/>
          </p:cNvSpPr>
          <p:nvPr/>
        </p:nvSpPr>
        <p:spPr bwMode="auto">
          <a:xfrm>
            <a:off x="506313" y="827582"/>
            <a:ext cx="8494812" cy="1875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9849" tIns="44924" rIns="89849" bIns="44924" anchor="t" compatLnSpc="1"/>
          <a:lstStyle/>
          <a:p>
            <a:endParaRPr kumimoji="0" 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"/>
          </p:nvPr>
        </p:nvSpPr>
        <p:spPr>
          <a:xfrm>
            <a:off x="300037" y="1223904"/>
            <a:ext cx="8551069" cy="3564195"/>
          </a:xfrm>
          <a:prstGeom prst="rect">
            <a:avLst/>
          </a:prstGeom>
        </p:spPr>
        <p:txBody>
          <a:bodyPr vert="horz" lIns="89849" tIns="44924" rIns="89849" bIns="44924">
            <a:normAutofit/>
          </a:bodyPr>
          <a:lstStyle/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  <a:p>
            <a:pPr lvl="1" eaLnBrk="1" latinLnBrk="0" hangingPunct="1"/>
            <a:r>
              <a:rPr kumimoji="0" lang="zh-CN" altLang="en-US" smtClean="0"/>
              <a:t>第二级</a:t>
            </a:r>
          </a:p>
          <a:p>
            <a:pPr lvl="2" eaLnBrk="1" latinLnBrk="0" hangingPunct="1"/>
            <a:r>
              <a:rPr kumimoji="0" lang="zh-CN" altLang="en-US" smtClean="0"/>
              <a:t>第三级</a:t>
            </a:r>
          </a:p>
          <a:p>
            <a:pPr lvl="3" eaLnBrk="1" latinLnBrk="0" hangingPunct="1"/>
            <a:r>
              <a:rPr kumimoji="0" lang="zh-CN" altLang="en-US" smtClean="0"/>
              <a:t>第四级</a:t>
            </a:r>
          </a:p>
          <a:p>
            <a:pPr lvl="4" eaLnBrk="1" latinLnBrk="0" hangingPunct="1"/>
            <a:r>
              <a:rPr kumimoji="0" lang="zh-CN" altLang="en-US" smtClean="0"/>
              <a:t>第五级</a:t>
            </a:r>
            <a:endParaRPr kumimoji="0" lang="en-US"/>
          </a:p>
        </p:txBody>
      </p:sp>
      <p:sp>
        <p:nvSpPr>
          <p:cNvPr id="11" name="日期占位符 10"/>
          <p:cNvSpPr>
            <a:spLocks noGrp="1"/>
          </p:cNvSpPr>
          <p:nvPr>
            <p:ph type="dt" sz="half" idx="2"/>
          </p:nvPr>
        </p:nvSpPr>
        <p:spPr>
          <a:xfrm>
            <a:off x="6375798" y="60010"/>
            <a:ext cx="2475309" cy="227529"/>
          </a:xfrm>
          <a:prstGeom prst="rect">
            <a:avLst/>
          </a:prstGeom>
        </p:spPr>
        <p:txBody>
          <a:bodyPr vert="horz" lIns="89849" tIns="44924" rIns="89849" bIns="44924"/>
          <a:lstStyle>
            <a:lvl1pPr algn="l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fld id="{B79C94F4-580C-456C-9AC1-0460A6369F04}" type="datetimeFigureOut">
              <a:rPr lang="ko-KR" altLang="en-US" smtClean="0"/>
              <a:pPr/>
              <a:t>2020-08-08</a:t>
            </a:fld>
            <a:endParaRPr lang="ko-KR" altLang="en-US"/>
          </a:p>
        </p:txBody>
      </p:sp>
      <p:sp>
        <p:nvSpPr>
          <p:cNvPr id="28" name="页脚占位符 27"/>
          <p:cNvSpPr>
            <a:spLocks noGrp="1"/>
          </p:cNvSpPr>
          <p:nvPr>
            <p:ph type="ftr" sz="quarter" idx="3"/>
          </p:nvPr>
        </p:nvSpPr>
        <p:spPr>
          <a:xfrm>
            <a:off x="3075385" y="60010"/>
            <a:ext cx="3300413" cy="227529"/>
          </a:xfrm>
          <a:prstGeom prst="rect">
            <a:avLst/>
          </a:prstGeom>
        </p:spPr>
        <p:txBody>
          <a:bodyPr vert="horz" lIns="89849" tIns="44924" rIns="89849" bIns="44924"/>
          <a:lstStyle>
            <a:lvl1pPr algn="r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8101012" y="5100639"/>
            <a:ext cx="750094" cy="192524"/>
          </a:xfrm>
          <a:prstGeom prst="rect">
            <a:avLst/>
          </a:prstGeom>
        </p:spPr>
        <p:txBody>
          <a:bodyPr vert="horz" lIns="89849" tIns="44924" rIns="89849" bIns="44924"/>
          <a:lstStyle>
            <a:lvl1pPr algn="r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fld id="{67993BEA-302B-4FFF-AACD-FFE072B67D7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0" name="标题占位符 9"/>
          <p:cNvSpPr>
            <a:spLocks noGrp="1"/>
          </p:cNvSpPr>
          <p:nvPr>
            <p:ph type="title"/>
          </p:nvPr>
        </p:nvSpPr>
        <p:spPr>
          <a:xfrm>
            <a:off x="300037" y="360045"/>
            <a:ext cx="8551069" cy="660082"/>
          </a:xfrm>
          <a:prstGeom prst="rect">
            <a:avLst/>
          </a:prstGeom>
        </p:spPr>
        <p:txBody>
          <a:bodyPr vert="horz" lIns="89849" tIns="44924" rIns="89849" bIns="44924" anchor="ctr">
            <a:normAutofit/>
          </a:bodyPr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9" name="直接连接符 8"/>
          <p:cNvSpPr>
            <a:spLocks noChangeShapeType="1"/>
          </p:cNvSpPr>
          <p:nvPr/>
        </p:nvSpPr>
        <p:spPr bwMode="auto">
          <a:xfrm>
            <a:off x="506313" y="827582"/>
            <a:ext cx="8494812" cy="1875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9849" tIns="44924" rIns="89849" bIns="44924" anchor="t" compatLnSpc="1"/>
          <a:lstStyle/>
          <a:p>
            <a:endParaRPr kumimoji="0" lang="en-US"/>
          </a:p>
        </p:txBody>
      </p:sp>
      <p:sp>
        <p:nvSpPr>
          <p:cNvPr id="12" name="直接连接符 11"/>
          <p:cNvSpPr>
            <a:spLocks noChangeShapeType="1"/>
          </p:cNvSpPr>
          <p:nvPr/>
        </p:nvSpPr>
        <p:spPr bwMode="auto">
          <a:xfrm>
            <a:off x="506313" y="833164"/>
            <a:ext cx="8494812" cy="1875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9849" tIns="44924" rIns="89849" bIns="44924" anchor="t" compatLnSpc="1"/>
          <a:lstStyle/>
          <a:p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513" r:id="rId1"/>
    <p:sldLayoutId id="2147484514" r:id="rId2"/>
    <p:sldLayoutId id="2147484515" r:id="rId3"/>
    <p:sldLayoutId id="2147484516" r:id="rId4"/>
    <p:sldLayoutId id="2147484517" r:id="rId5"/>
    <p:sldLayoutId id="2147484518" r:id="rId6"/>
    <p:sldLayoutId id="2147484519" r:id="rId7"/>
    <p:sldLayoutId id="2147484520" r:id="rId8"/>
    <p:sldLayoutId id="2147484521" r:id="rId9"/>
    <p:sldLayoutId id="2147484522" r:id="rId10"/>
    <p:sldLayoutId id="2147484523" r:id="rId11"/>
    <p:sldLayoutId id="2147484524" r:id="rId12"/>
  </p:sldLayoutIdLst>
  <p:txStyles>
    <p:titleStyle>
      <a:lvl1pPr algn="l" rtl="0" eaLnBrk="1" latinLnBrk="0" hangingPunct="1">
        <a:spcBef>
          <a:spcPct val="0"/>
        </a:spcBef>
        <a:buNone/>
        <a:defRPr kumimoji="0" sz="3500" kern="1200" cap="all" baseline="0">
          <a:solidFill>
            <a:schemeClr val="tx2"/>
          </a:solidFill>
          <a:effectLst>
            <a:reflection blurRad="12700" stA="48000" endA="300" endPos="55000" dir="5400000" sy="-90000" algn="bl" rotWithShape="0"/>
          </a:effectLst>
          <a:latin typeface="+mj-lt"/>
          <a:ea typeface="+mj-ea"/>
          <a:cs typeface="+mj-cs"/>
        </a:defRPr>
      </a:lvl1pPr>
    </p:titleStyle>
    <p:bodyStyle>
      <a:lvl1pPr marL="336934" indent="-336934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"/>
        <a:defRPr kumimoji="0" sz="3100" kern="1200">
          <a:solidFill>
            <a:schemeClr val="tx2"/>
          </a:solidFill>
          <a:latin typeface="+mn-lt"/>
          <a:ea typeface="+mn-ea"/>
          <a:cs typeface="+mn-cs"/>
        </a:defRPr>
      </a:lvl1pPr>
      <a:lvl2pPr marL="730023" indent="-280778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"/>
        <a:defRPr kumimoji="0" sz="2800" kern="1200">
          <a:solidFill>
            <a:schemeClr val="tx2"/>
          </a:solidFill>
          <a:latin typeface="+mn-lt"/>
          <a:ea typeface="+mn-ea"/>
          <a:cs typeface="+mn-cs"/>
        </a:defRPr>
      </a:lvl2pPr>
      <a:lvl3pPr marL="1123112" indent="-224622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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3pPr>
      <a:lvl4pPr marL="1572357" indent="-224622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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2021601" indent="-224622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"/>
        <a:defRPr kumimoji="0"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2470846" indent="-224622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"/>
        <a:defRPr kumimoji="0" sz="1800" kern="1200">
          <a:solidFill>
            <a:schemeClr val="tx2"/>
          </a:solidFill>
          <a:latin typeface="+mn-lt"/>
          <a:ea typeface="+mn-ea"/>
          <a:cs typeface="+mn-cs"/>
        </a:defRPr>
      </a:lvl6pPr>
      <a:lvl7pPr marL="2920091" indent="-224622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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7pPr>
      <a:lvl8pPr marL="3369335" indent="-224622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"/>
        <a:defRPr kumimoji="0" sz="1600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3818580" indent="-224622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49245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898489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47734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796979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46224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695468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144713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593958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001125" cy="5400675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0" y="0"/>
            <a:ext cx="9001125" cy="5400675"/>
          </a:xfrm>
          <a:prstGeom prst="rect">
            <a:avLst/>
          </a:prstGeom>
          <a:solidFill>
            <a:schemeClr val="tx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9129" tIns="34564" rIns="69129" bIns="34564" rtlCol="0" anchor="ctr"/>
          <a:lstStyle/>
          <a:p>
            <a:pPr algn="ctr" defTabSz="691286">
              <a:defRPr/>
            </a:pPr>
            <a:endParaRPr lang="ko-KR" altLang="en-US" sz="1400" dirty="0">
              <a:solidFill>
                <a:prstClr val="white"/>
              </a:solidFill>
              <a:latin typeface="Calibri" panose="020F0502020204030204"/>
              <a:ea typeface="맑은 고딕" panose="020B0503020000020004" pitchFamily="50" charset="-127"/>
            </a:endParaRPr>
          </a:p>
        </p:txBody>
      </p:sp>
      <p:grpSp>
        <p:nvGrpSpPr>
          <p:cNvPr id="4" name="그룹 9"/>
          <p:cNvGrpSpPr/>
          <p:nvPr/>
        </p:nvGrpSpPr>
        <p:grpSpPr>
          <a:xfrm>
            <a:off x="1590057" y="1626468"/>
            <a:ext cx="5821011" cy="1793949"/>
            <a:chOff x="2153728" y="2065356"/>
            <a:chExt cx="7884544" cy="1675315"/>
          </a:xfrm>
        </p:grpSpPr>
        <p:grpSp>
          <p:nvGrpSpPr>
            <p:cNvPr id="7" name="그룹 6"/>
            <p:cNvGrpSpPr/>
            <p:nvPr/>
          </p:nvGrpSpPr>
          <p:grpSpPr>
            <a:xfrm>
              <a:off x="2381835" y="2075302"/>
              <a:ext cx="7428327" cy="1439991"/>
              <a:chOff x="2381835" y="2075302"/>
              <a:chExt cx="7428327" cy="1439991"/>
            </a:xfrm>
          </p:grpSpPr>
          <p:sp>
            <p:nvSpPr>
              <p:cNvPr id="3" name="TextBox 2"/>
              <p:cNvSpPr txBox="1"/>
              <p:nvPr/>
            </p:nvSpPr>
            <p:spPr>
              <a:xfrm>
                <a:off x="2948538" y="2075302"/>
                <a:ext cx="6294927" cy="933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691286">
                  <a:defRPr/>
                </a:pPr>
                <a:r>
                  <a:rPr lang="zh-CN" altLang="en-US" sz="7200" dirty="0" smtClean="0">
                    <a:solidFill>
                      <a:prstClr val="white"/>
                    </a:solidFill>
                    <a:latin typeface="+mj-ea"/>
                    <a:ea typeface="+mj-ea"/>
                  </a:rPr>
                  <a:t>主日礼拜</a:t>
                </a:r>
                <a:endParaRPr lang="ko-KR" altLang="en-US" sz="7200" dirty="0">
                  <a:solidFill>
                    <a:prstClr val="white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6" name="TextBox 5"/>
              <p:cNvSpPr txBox="1"/>
              <p:nvPr/>
            </p:nvSpPr>
            <p:spPr>
              <a:xfrm>
                <a:off x="2381835" y="3012594"/>
                <a:ext cx="7428327" cy="5026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ko-KR"/>
                </a:defPPr>
                <a:lvl1pPr algn="ctr">
                  <a:defRPr sz="4400">
                    <a:solidFill>
                      <a:schemeClr val="bg1"/>
                    </a:solidFill>
                    <a:latin typeface="나눔손글씨 붓" panose="03060600000000000000" pitchFamily="66" charset="-127"/>
                    <a:ea typeface="나눔손글씨 붓" panose="03060600000000000000" pitchFamily="66" charset="-127"/>
                  </a:defRPr>
                </a:lvl1pPr>
              </a:lstStyle>
              <a:p>
                <a:r>
                  <a:rPr lang="en-US" altLang="ko-KR" sz="3600" dirty="0">
                    <a:latin typeface="MS PGothic" pitchFamily="34" charset="-128"/>
                    <a:ea typeface="MS PGothic" pitchFamily="34" charset="-128"/>
                  </a:rPr>
                  <a:t>SUNDAY WORSHIP</a:t>
                </a:r>
              </a:p>
            </p:txBody>
          </p:sp>
        </p:grpSp>
        <p:sp>
          <p:nvSpPr>
            <p:cNvPr id="9" name="직사각형 8"/>
            <p:cNvSpPr/>
            <p:nvPr/>
          </p:nvSpPr>
          <p:spPr>
            <a:xfrm>
              <a:off x="2153728" y="2065356"/>
              <a:ext cx="7884544" cy="1675315"/>
            </a:xfrm>
            <a:prstGeom prst="rect">
              <a:avLst/>
            </a:prstGeom>
            <a:noFill/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="" xmlns:p14="http://schemas.microsoft.com/office/powerpoint/2010/main" val="1012550349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0"/>
            <a:ext cx="9001125" cy="5400675"/>
          </a:xfrm>
          <a:prstGeom prst="rect">
            <a:avLst/>
          </a:prstGeom>
        </p:spPr>
      </p:pic>
      <p:sp>
        <p:nvSpPr>
          <p:cNvPr id="10" name="모서리가 둥근 직사각형 9"/>
          <p:cNvSpPr/>
          <p:nvPr/>
        </p:nvSpPr>
        <p:spPr>
          <a:xfrm>
            <a:off x="0" y="0"/>
            <a:ext cx="9001125" cy="5400675"/>
          </a:xfrm>
          <a:prstGeom prst="roundRect">
            <a:avLst>
              <a:gd name="adj" fmla="val 0"/>
            </a:avLst>
          </a:prstGeom>
          <a:solidFill>
            <a:schemeClr val="tx1">
              <a:alpha val="65000"/>
            </a:schemeClr>
          </a:soli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9129" tIns="34564" rIns="69129" bIns="34564" rtlCol="0" anchor="ctr"/>
          <a:lstStyle/>
          <a:p>
            <a:pPr algn="ctr"/>
            <a:endParaRPr lang="ko-KR" altLang="en-US" sz="1400" dirty="0"/>
          </a:p>
        </p:txBody>
      </p:sp>
      <p:grpSp>
        <p:nvGrpSpPr>
          <p:cNvPr id="2" name="그룹 3"/>
          <p:cNvGrpSpPr/>
          <p:nvPr/>
        </p:nvGrpSpPr>
        <p:grpSpPr>
          <a:xfrm>
            <a:off x="1219532" y="1116161"/>
            <a:ext cx="5507597" cy="3481503"/>
            <a:chOff x="2632363" y="1837538"/>
            <a:chExt cx="3879273" cy="3182922"/>
          </a:xfrm>
        </p:grpSpPr>
        <p:sp>
          <p:nvSpPr>
            <p:cNvPr id="5" name="모서리가 둥근 사각형 설명선 4"/>
            <p:cNvSpPr/>
            <p:nvPr/>
          </p:nvSpPr>
          <p:spPr>
            <a:xfrm>
              <a:off x="2632363" y="1837538"/>
              <a:ext cx="3879273" cy="3182922"/>
            </a:xfrm>
            <a:prstGeom prst="wedgeRoundRectCallout">
              <a:avLst>
                <a:gd name="adj1" fmla="val -36109"/>
                <a:gd name="adj2" fmla="val 64439"/>
                <a:gd name="adj3" fmla="val 16667"/>
              </a:avLst>
            </a:prstGeom>
            <a:solidFill>
              <a:schemeClr val="tx1">
                <a:alpha val="30000"/>
              </a:schemeClr>
            </a:solidFill>
            <a:ln w="38100">
              <a:solidFill>
                <a:schemeClr val="bg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dirty="0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2772707" y="2108669"/>
              <a:ext cx="3598586" cy="233546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3200" b="1" dirty="0" smtClean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各位亲爱的弟兄姊</a:t>
              </a:r>
              <a:r>
                <a:rPr lang="zh-CN" altLang="en-US" sz="3200" b="1" dirty="0" smtClean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妹</a:t>
              </a:r>
              <a:endParaRPr lang="en-US" altLang="zh-CN" sz="3200" b="1" dirty="0" smtClean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  <a:p>
              <a:pPr algn="ctr"/>
              <a:r>
                <a:rPr lang="zh-CN" altLang="en-US" sz="3200" b="1" dirty="0" smtClean="0">
                  <a:solidFill>
                    <a:srgbClr val="FFFF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主</a:t>
              </a:r>
              <a:r>
                <a:rPr lang="zh-CN" altLang="en-US" sz="3200" b="1" dirty="0" smtClean="0">
                  <a:solidFill>
                    <a:srgbClr val="FFFF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内平安！</a:t>
              </a:r>
              <a:endParaRPr lang="en-US" altLang="ko-KR" sz="3200" spc="76" dirty="0"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lvl="0" algn="ctr" defTabSz="914400" latinLnBrk="0">
                <a:lnSpc>
                  <a:spcPct val="150000"/>
                </a:lnSpc>
                <a:defRPr/>
              </a:pPr>
              <a:r>
                <a:rPr lang="zh-CN" altLang="en-US" sz="3200" b="1" dirty="0" smtClean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欢迎第一次来这里的朋友</a:t>
              </a:r>
              <a:r>
                <a:rPr lang="zh-CN" altLang="en-US" sz="3200" b="1" dirty="0" smtClean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们</a:t>
              </a:r>
              <a:endParaRPr lang="en-US" altLang="zh-CN" sz="3200" b="1" dirty="0" smtClean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  <a:p>
              <a:pPr lvl="0" algn="ctr" defTabSz="914400" latinLnBrk="0">
                <a:lnSpc>
                  <a:spcPct val="150000"/>
                </a:lnSpc>
                <a:defRPr/>
              </a:pPr>
              <a:r>
                <a:rPr lang="zh-CN" altLang="en-US" sz="3200" b="1" dirty="0" smtClean="0">
                  <a:solidFill>
                    <a:srgbClr val="FFFF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耶稣爱你！</a:t>
              </a:r>
              <a:endParaRPr lang="zh-CN" altLang="en-US" sz="1000" dirty="0">
                <a:solidFill>
                  <a:srgbClr val="FFFF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xmlns="" val="15628202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20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0"/>
            <a:ext cx="9001125" cy="5400675"/>
          </a:xfrm>
          <a:prstGeom prst="rect">
            <a:avLst/>
          </a:prstGeom>
        </p:spPr>
      </p:pic>
      <p:sp>
        <p:nvSpPr>
          <p:cNvPr id="11" name="모서리가 둥근 직사각형 10"/>
          <p:cNvSpPr/>
          <p:nvPr/>
        </p:nvSpPr>
        <p:spPr>
          <a:xfrm>
            <a:off x="0" y="0"/>
            <a:ext cx="9001125" cy="5400676"/>
          </a:xfrm>
          <a:prstGeom prst="roundRect">
            <a:avLst>
              <a:gd name="adj" fmla="val 0"/>
            </a:avLst>
          </a:prstGeom>
          <a:solidFill>
            <a:schemeClr val="tx1">
              <a:alpha val="45000"/>
            </a:schemeClr>
          </a:soli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9129" tIns="34564" rIns="69129" bIns="34564" rtlCol="0" anchor="ctr"/>
          <a:lstStyle/>
          <a:p>
            <a:pPr algn="ctr"/>
            <a:endParaRPr lang="ko-KR" altLang="en-US" sz="1400" dirty="0"/>
          </a:p>
        </p:txBody>
      </p:sp>
      <p:grpSp>
        <p:nvGrpSpPr>
          <p:cNvPr id="3" name="그룹 9"/>
          <p:cNvGrpSpPr/>
          <p:nvPr/>
        </p:nvGrpSpPr>
        <p:grpSpPr>
          <a:xfrm>
            <a:off x="1590057" y="1485566"/>
            <a:ext cx="5821011" cy="1794490"/>
            <a:chOff x="2035834" y="1992702"/>
            <a:chExt cx="7884544" cy="2278717"/>
          </a:xfrm>
        </p:grpSpPr>
        <p:sp>
          <p:nvSpPr>
            <p:cNvPr id="14" name="TextBox 13"/>
            <p:cNvSpPr txBox="1"/>
            <p:nvPr/>
          </p:nvSpPr>
          <p:spPr>
            <a:xfrm>
              <a:off x="3765373" y="2163150"/>
              <a:ext cx="4425468" cy="154376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defTabSz="691286">
                <a:defRPr/>
              </a:pPr>
              <a:r>
                <a:rPr lang="zh-CN" altLang="en-US" sz="7300" b="1" dirty="0" smtClean="0">
                  <a:solidFill>
                    <a:prstClr val="white"/>
                  </a:solidFill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默    祷</a:t>
              </a:r>
              <a:endParaRPr lang="en-US" altLang="zh-CN" sz="7300" b="1" dirty="0" smtClean="0">
                <a:solidFill>
                  <a:prstClr val="white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endParaRPr>
            </a:p>
          </p:txBody>
        </p:sp>
        <p:sp>
          <p:nvSpPr>
            <p:cNvPr id="15" name="직사각형 14"/>
            <p:cNvSpPr/>
            <p:nvPr/>
          </p:nvSpPr>
          <p:spPr>
            <a:xfrm>
              <a:off x="2035834" y="1992702"/>
              <a:ext cx="7884544" cy="2278717"/>
            </a:xfrm>
            <a:prstGeom prst="rect">
              <a:avLst/>
            </a:prstGeom>
            <a:noFill/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91286">
                <a:defRPr/>
              </a:pPr>
              <a:endParaRPr lang="ko-KR" altLang="en-US" sz="1400" dirty="0">
                <a:solidFill>
                  <a:prstClr val="white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132410" y="2764214"/>
            <a:ext cx="3312368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 smtClean="0">
                <a:solidFill>
                  <a:schemeClr val="bg1"/>
                </a:solidFill>
                <a:latin typeface="MS PGothic" pitchFamily="34" charset="-128"/>
                <a:ea typeface="MS PGothic" pitchFamily="34" charset="-128"/>
              </a:rPr>
              <a:t>SILENT  PRAYER</a:t>
            </a:r>
            <a:endParaRPr lang="en-US" altLang="ko-KR" sz="2800" dirty="0" smtClean="0">
              <a:solidFill>
                <a:schemeClr val="bg1"/>
              </a:solidFill>
              <a:latin typeface="MS PGothic" pitchFamily="34" charset="-128"/>
              <a:ea typeface="MS PGothic" pitchFamily="34" charset="-128"/>
            </a:endParaRPr>
          </a:p>
          <a:p>
            <a:endParaRPr lang="zh-CN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7953706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 cstate="print">
            <a:lum/>
          </a:blip>
          <a:srcRect/>
          <a:stretch>
            <a:fillRect t="-10000" b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xmlns="" id="{CCC6ECF4-24E8-4F90-9549-4D424BD9C8F6}"/>
              </a:ext>
            </a:extLst>
          </p:cNvPr>
          <p:cNvSpPr txBox="1"/>
          <p:nvPr/>
        </p:nvSpPr>
        <p:spPr>
          <a:xfrm>
            <a:off x="108074" y="894722"/>
            <a:ext cx="6696744" cy="1803502"/>
          </a:xfrm>
          <a:prstGeom prst="rect">
            <a:avLst/>
          </a:prstGeom>
          <a:noFill/>
        </p:spPr>
        <p:txBody>
          <a:bodyPr wrap="square" lIns="89849" tIns="44924" rIns="89849" bIns="44924" rtlCol="0" anchor="t">
            <a:spAutoFit/>
          </a:bodyPr>
          <a:lstStyle/>
          <a:p>
            <a:pPr algn="ctr">
              <a:lnSpc>
                <a:spcPts val="16272"/>
              </a:lnSpc>
            </a:pPr>
            <a:r>
              <a:rPr lang="zh-CN" altLang="en-US" sz="5400" b="1" dirty="0" smtClean="0">
                <a:solidFill>
                  <a:schemeClr val="bg1"/>
                </a:solidFill>
                <a:latin typeface="Malgun Gothic" pitchFamily="34" charset="-127"/>
                <a:ea typeface="Malgun Gothic" pitchFamily="34" charset="-127"/>
              </a:rPr>
              <a:t>耶稣，我们的王啊</a:t>
            </a:r>
            <a:endParaRPr lang="en-US" altLang="zh-CN" sz="5400" b="1" dirty="0" smtClean="0">
              <a:solidFill>
                <a:schemeClr val="bg1"/>
              </a:solidFill>
              <a:latin typeface="Malgun Gothic" pitchFamily="34" charset="-127"/>
              <a:ea typeface="Malgun Gothic" pitchFamily="34" charset="-127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540122" y="1404193"/>
            <a:ext cx="5832648" cy="1512168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2955912757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 cstate="print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-684584" y="324073"/>
            <a:ext cx="9144000" cy="1066800"/>
          </a:xfrm>
          <a:prstGeom prst="rect">
            <a:avLst/>
          </a:prstGeom>
        </p:spPr>
        <p:txBody>
          <a:bodyPr vert="horz" lIns="121899" tIns="60949" rIns="121899" bIns="60949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800" b="1" i="0" u="none" strike="noStrike" kern="1200" cap="all" spc="0" normalizeH="0" baseline="0" noProof="0" dirty="0" smtClean="0">
                <a:ln>
                  <a:noFill/>
                </a:ln>
                <a:solidFill>
                  <a:srgbClr val="00B0F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charset="-122"/>
                <a:ea typeface="+mj-ea"/>
                <a:cs typeface="+mj-cs"/>
              </a:rPr>
              <a:t>19 </a:t>
            </a:r>
            <a:r>
              <a:rPr kumimoji="0" lang="zh-CN" altLang="en-US" sz="4800" b="1" i="0" u="none" strike="noStrike" kern="1200" cap="all" spc="0" normalizeH="0" baseline="0" noProof="0" dirty="0" smtClean="0">
                <a:ln>
                  <a:noFill/>
                </a:ln>
                <a:solidFill>
                  <a:srgbClr val="00B0F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charset="-122"/>
                <a:ea typeface="+mj-ea"/>
                <a:cs typeface="+mj-cs"/>
              </a:rPr>
              <a:t>耶稣我们的王啊</a:t>
            </a:r>
            <a:endParaRPr kumimoji="0" lang="zh-CN" altLang="en-US" sz="4800" b="1" i="0" u="none" strike="noStrike" kern="1200" cap="all" spc="0" normalizeH="0" baseline="0" noProof="0" dirty="0">
              <a:ln>
                <a:noFill/>
              </a:ln>
              <a:solidFill>
                <a:srgbClr val="00B0F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宋体" charset="-122"/>
              <a:ea typeface="+mj-ea"/>
              <a:cs typeface="+mj-cs"/>
            </a:endParaRPr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-754434" y="1563245"/>
            <a:ext cx="9144000" cy="347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kumimoji="1" lang="zh-CN" alt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现在我们赞美敬拜</a:t>
            </a:r>
          </a:p>
          <a:p>
            <a:pPr algn="ctr">
              <a:defRPr/>
            </a:pPr>
            <a:r>
              <a:rPr kumimoji="1" lang="zh-CN" alt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现在我们赞美敬拜</a:t>
            </a:r>
          </a:p>
          <a:p>
            <a:pPr algn="ctr">
              <a:defRPr/>
            </a:pPr>
            <a:r>
              <a:rPr kumimoji="1" lang="zh-CN" alt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万王之王耶稣</a:t>
            </a:r>
          </a:p>
          <a:p>
            <a:pPr algn="ctr">
              <a:defRPr/>
            </a:pPr>
            <a:r>
              <a:rPr kumimoji="1" lang="zh-CN" alt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坐你的宝座</a:t>
            </a:r>
          </a:p>
          <a:p>
            <a:pPr algn="ctr">
              <a:defRPr/>
            </a:pPr>
            <a:r>
              <a:rPr kumimoji="1" lang="zh-CN" alt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掌权直到永远</a:t>
            </a:r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-756022" y="1546448"/>
            <a:ext cx="9144000" cy="28007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defRPr/>
            </a:pPr>
            <a:r>
              <a:rPr lang="zh-CN" alt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耶稣我们的王啊</a:t>
            </a:r>
            <a:endParaRPr lang="en-US" altLang="zh-CN" sz="4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  <a:p>
            <a:pPr algn="ctr">
              <a:defRPr/>
            </a:pPr>
            <a:r>
              <a:rPr lang="zh-CN" alt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请你到这里来</a:t>
            </a:r>
          </a:p>
          <a:p>
            <a:pPr algn="ctr">
              <a:defRPr/>
            </a:pPr>
            <a:r>
              <a:rPr lang="zh-CN" alt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 主啊降临在宝座</a:t>
            </a:r>
          </a:p>
          <a:p>
            <a:pPr algn="ctr">
              <a:defRPr/>
            </a:pPr>
            <a:r>
              <a:rPr lang="zh-CN" alt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 请接纳我们的赞美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  <p:bldP spid="4" grpId="0" autoUpdateAnimBg="0"/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08274" y="1836241"/>
            <a:ext cx="547260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600" dirty="0" smtClean="0"/>
              <a:t>使 徒 信 经</a:t>
            </a:r>
            <a:endParaRPr lang="zh-CN" altLang="en-US" sz="6600" dirty="0"/>
          </a:p>
        </p:txBody>
      </p:sp>
      <p:sp>
        <p:nvSpPr>
          <p:cNvPr id="3" name="矩形 2"/>
          <p:cNvSpPr/>
          <p:nvPr/>
        </p:nvSpPr>
        <p:spPr>
          <a:xfrm>
            <a:off x="1476226" y="1692225"/>
            <a:ext cx="5112568" cy="144016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3802790211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 cstate="print">
            <a:lum/>
          </a:blip>
          <a:srcRect/>
          <a:stretch>
            <a:fillRect t="-20000" b="-2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xmlns="" id="{69D39B64-BD32-4FBF-AA81-F64AE5880FFA}"/>
              </a:ext>
            </a:extLst>
          </p:cNvPr>
          <p:cNvSpPr txBox="1"/>
          <p:nvPr/>
        </p:nvSpPr>
        <p:spPr>
          <a:xfrm>
            <a:off x="0" y="654357"/>
            <a:ext cx="9001125" cy="4399597"/>
          </a:xfrm>
          <a:prstGeom prst="rect">
            <a:avLst/>
          </a:prstGeom>
          <a:noFill/>
        </p:spPr>
        <p:txBody>
          <a:bodyPr wrap="square" lIns="89849" tIns="44924" rIns="89849" bIns="44924" rtlCol="0">
            <a:spAutoFit/>
          </a:bodyPr>
          <a:lstStyle/>
          <a:p>
            <a:pPr algn="ctr"/>
            <a:r>
              <a:rPr lang="zh-CN" altLang="en-US" sz="4000" b="1" dirty="0" smtClean="0">
                <a:latin typeface="Arial" panose="020B0604020202020204" pitchFamily="34" charset="0"/>
              </a:rPr>
              <a:t>我信上帝全能的父</a:t>
            </a:r>
            <a:endParaRPr lang="en-US" altLang="zh-CN" sz="4000" b="1" dirty="0" smtClean="0">
              <a:latin typeface="Arial" panose="020B0604020202020204" pitchFamily="34" charset="0"/>
            </a:endParaRPr>
          </a:p>
          <a:p>
            <a:pPr algn="ctr"/>
            <a:r>
              <a:rPr lang="zh-CN" altLang="en-US" sz="4000" b="1" dirty="0" smtClean="0">
                <a:latin typeface="Arial" panose="020B0604020202020204" pitchFamily="34" charset="0"/>
              </a:rPr>
              <a:t>创造天地的主</a:t>
            </a:r>
            <a:endParaRPr lang="en-US" altLang="zh-CN" sz="4000" b="1" dirty="0" smtClean="0">
              <a:latin typeface="Arial" panose="020B0604020202020204" pitchFamily="34" charset="0"/>
            </a:endParaRPr>
          </a:p>
          <a:p>
            <a:pPr lvl="0" algn="ctr">
              <a:defRPr/>
            </a:pPr>
            <a:r>
              <a:rPr lang="zh-CN" altLang="en-US" sz="4000" b="1" dirty="0" smtClean="0">
                <a:latin typeface="Arial" panose="020B0604020202020204" pitchFamily="34" charset="0"/>
                <a:ea typeface="华文楷体" panose="02010600040101010101" pitchFamily="2" charset="-122"/>
              </a:rPr>
              <a:t>我信我主耶稣基督</a:t>
            </a:r>
          </a:p>
          <a:p>
            <a:pPr lvl="0" algn="ctr">
              <a:defRPr/>
            </a:pPr>
            <a:r>
              <a:rPr lang="zh-CN" altLang="en-US" sz="4000" b="1" dirty="0" smtClean="0">
                <a:latin typeface="Arial" panose="020B0604020202020204" pitchFamily="34" charset="0"/>
                <a:ea typeface="华文楷体" panose="02010600040101010101" pitchFamily="2" charset="-122"/>
              </a:rPr>
              <a:t>上帝独生的子</a:t>
            </a:r>
            <a:endParaRPr lang="en-US" altLang="zh-CN" sz="4000" b="1" dirty="0" smtClean="0">
              <a:latin typeface="Arial" panose="020B0604020202020204" pitchFamily="34" charset="0"/>
              <a:ea typeface="华文楷体" panose="02010600040101010101" pitchFamily="2" charset="-122"/>
            </a:endParaRPr>
          </a:p>
          <a:p>
            <a:pPr lvl="0" algn="ctr">
              <a:defRPr/>
            </a:pPr>
            <a:r>
              <a:rPr lang="zh-CN" altLang="en-US" sz="4000" b="1" dirty="0" smtClean="0">
                <a:latin typeface="Arial" panose="020B0604020202020204" pitchFamily="34" charset="0"/>
                <a:ea typeface="华文楷体" panose="02010600040101010101" pitchFamily="2" charset="-122"/>
              </a:rPr>
              <a:t>因圣灵感孕</a:t>
            </a:r>
          </a:p>
          <a:p>
            <a:pPr lvl="0" algn="ctr">
              <a:defRPr/>
            </a:pPr>
            <a:r>
              <a:rPr lang="zh-CN" altLang="en-US" sz="4000" b="1" dirty="0" smtClean="0">
                <a:latin typeface="Arial" panose="020B0604020202020204" pitchFamily="34" charset="0"/>
                <a:ea typeface="华文楷体" panose="02010600040101010101" pitchFamily="2" charset="-122"/>
              </a:rPr>
              <a:t>由童贞女马利亚所生</a:t>
            </a:r>
            <a:endParaRPr lang="en-US" altLang="zh-CN" sz="4000" b="1" dirty="0" smtClean="0">
              <a:latin typeface="Arial" panose="020B0604020202020204" pitchFamily="34" charset="0"/>
              <a:ea typeface="华文楷体" panose="02010600040101010101" pitchFamily="2" charset="-122"/>
            </a:endParaRPr>
          </a:p>
          <a:p>
            <a:pPr lvl="0" algn="ctr">
              <a:defRPr/>
            </a:pPr>
            <a:r>
              <a:rPr lang="zh-CN" altLang="en-US" sz="4000" b="1" dirty="0" smtClean="0">
                <a:latin typeface="Arial" panose="020B0604020202020204" pitchFamily="34" charset="0"/>
                <a:ea typeface="华文楷体" panose="02010600040101010101" pitchFamily="2" charset="-122"/>
              </a:rPr>
              <a:t>在本丢彼拉多手下受难</a:t>
            </a:r>
          </a:p>
        </p:txBody>
      </p:sp>
    </p:spTree>
    <p:extLst>
      <p:ext uri="{BB962C8B-B14F-4D97-AF65-F5344CB8AC3E}">
        <p14:creationId xmlns:p14="http://schemas.microsoft.com/office/powerpoint/2010/main" xmlns="" val="918522429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 cstate="print">
            <a:lum/>
          </a:blip>
          <a:srcRect/>
          <a:stretch>
            <a:fillRect t="-20000" b="-2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xmlns="" id="{69D39B64-BD32-4FBF-AA81-F64AE5880FFA}"/>
              </a:ext>
            </a:extLst>
          </p:cNvPr>
          <p:cNvSpPr txBox="1"/>
          <p:nvPr/>
        </p:nvSpPr>
        <p:spPr>
          <a:xfrm>
            <a:off x="-1" y="870381"/>
            <a:ext cx="9001125" cy="3784044"/>
          </a:xfrm>
          <a:prstGeom prst="rect">
            <a:avLst/>
          </a:prstGeom>
          <a:noFill/>
        </p:spPr>
        <p:txBody>
          <a:bodyPr wrap="square" lIns="89849" tIns="44924" rIns="89849" bIns="44924" rtlCol="0">
            <a:spAutoFit/>
          </a:bodyPr>
          <a:lstStyle/>
          <a:p>
            <a:pPr lvl="0" algn="ctr">
              <a:defRPr/>
            </a:pPr>
            <a:r>
              <a:rPr lang="zh-CN" altLang="en-US" sz="4000" b="1" dirty="0" smtClean="0">
                <a:latin typeface="Arial" panose="020B0604020202020204" pitchFamily="34" charset="0"/>
                <a:ea typeface="华文楷体" panose="02010600040101010101" pitchFamily="2" charset="-122"/>
              </a:rPr>
              <a:t>被钉于十字架，受死，埋葬</a:t>
            </a:r>
            <a:endParaRPr lang="en-US" altLang="zh-CN" sz="4000" b="1" dirty="0" smtClean="0">
              <a:latin typeface="Arial" panose="020B0604020202020204" pitchFamily="34" charset="0"/>
              <a:ea typeface="华文楷体" panose="02010600040101010101" pitchFamily="2" charset="-122"/>
            </a:endParaRPr>
          </a:p>
          <a:p>
            <a:pPr lvl="0" algn="ctr">
              <a:defRPr/>
            </a:pPr>
            <a:r>
              <a:rPr lang="zh-CN" altLang="en-US" sz="4000" b="1" dirty="0" smtClean="0">
                <a:latin typeface="Arial" panose="020B0604020202020204" pitchFamily="34" charset="0"/>
                <a:ea typeface="华文楷体" panose="02010600040101010101" pitchFamily="2" charset="-122"/>
              </a:rPr>
              <a:t>降在阴间</a:t>
            </a:r>
          </a:p>
          <a:p>
            <a:pPr lvl="0" algn="ctr">
              <a:defRPr/>
            </a:pPr>
            <a:r>
              <a:rPr lang="zh-CN" altLang="en-US" sz="4000" b="1" dirty="0" smtClean="0">
                <a:latin typeface="Arial" panose="020B0604020202020204" pitchFamily="34" charset="0"/>
                <a:ea typeface="华文楷体" panose="02010600040101010101" pitchFamily="2" charset="-122"/>
              </a:rPr>
              <a:t>第三天从死人中复活升天</a:t>
            </a:r>
            <a:endParaRPr lang="en-US" altLang="zh-CN" sz="4000" b="1" dirty="0" smtClean="0">
              <a:latin typeface="Arial" panose="020B0604020202020204" pitchFamily="34" charset="0"/>
              <a:ea typeface="华文楷体" panose="02010600040101010101" pitchFamily="2" charset="-122"/>
            </a:endParaRPr>
          </a:p>
          <a:p>
            <a:pPr lvl="0" algn="ctr">
              <a:defRPr/>
            </a:pPr>
            <a:r>
              <a:rPr lang="zh-CN" altLang="en-US" sz="4000" b="1" dirty="0" smtClean="0">
                <a:latin typeface="Arial" panose="020B0604020202020204" pitchFamily="34" charset="0"/>
                <a:ea typeface="华文楷体" panose="02010600040101010101" pitchFamily="2" charset="-122"/>
              </a:rPr>
              <a:t>坐在全能父上帝的右边</a:t>
            </a:r>
            <a:endParaRPr lang="en-US" altLang="zh-CN" sz="4000" b="1" dirty="0" smtClean="0">
              <a:latin typeface="Arial" panose="020B0604020202020204" pitchFamily="34" charset="0"/>
              <a:ea typeface="华文楷体" panose="02010600040101010101" pitchFamily="2" charset="-122"/>
            </a:endParaRPr>
          </a:p>
          <a:p>
            <a:pPr lvl="0" algn="ctr">
              <a:defRPr/>
            </a:pPr>
            <a:r>
              <a:rPr lang="zh-CN" altLang="en-US" sz="4000" b="1" dirty="0" smtClean="0">
                <a:latin typeface="Arial" panose="020B0604020202020204" pitchFamily="34" charset="0"/>
                <a:ea typeface="华文楷体" panose="02010600040101010101" pitchFamily="2" charset="-122"/>
              </a:rPr>
              <a:t>将来必从那里降临</a:t>
            </a:r>
          </a:p>
          <a:p>
            <a:pPr lvl="0" algn="ctr">
              <a:defRPr/>
            </a:pPr>
            <a:r>
              <a:rPr lang="zh-CN" altLang="en-US" sz="4000" b="1" dirty="0" smtClean="0">
                <a:latin typeface="Arial" panose="020B0604020202020204" pitchFamily="34" charset="0"/>
                <a:ea typeface="华文楷体" panose="02010600040101010101" pitchFamily="2" charset="-122"/>
              </a:rPr>
              <a:t>审判活人死人</a:t>
            </a:r>
            <a:endParaRPr lang="zh-CN" altLang="en-US" sz="4000" b="1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60612508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 cstate="print">
            <a:lum/>
          </a:blip>
          <a:srcRect/>
          <a:stretch>
            <a:fillRect t="-20000" b="-2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xmlns="" id="{69D39B64-BD32-4FBF-AA81-F64AE5880FFA}"/>
              </a:ext>
            </a:extLst>
          </p:cNvPr>
          <p:cNvSpPr txBox="1"/>
          <p:nvPr/>
        </p:nvSpPr>
        <p:spPr>
          <a:xfrm>
            <a:off x="-1" y="860509"/>
            <a:ext cx="9001125" cy="3784044"/>
          </a:xfrm>
          <a:prstGeom prst="rect">
            <a:avLst/>
          </a:prstGeom>
          <a:noFill/>
        </p:spPr>
        <p:txBody>
          <a:bodyPr wrap="square" lIns="89849" tIns="44924" rIns="89849" bIns="44924" rtlCol="0">
            <a:spAutoFit/>
          </a:bodyPr>
          <a:lstStyle/>
          <a:p>
            <a:pPr lvl="0" algn="ctr">
              <a:defRPr/>
            </a:pPr>
            <a:r>
              <a:rPr lang="zh-CN" altLang="en-US" sz="4000" b="1" dirty="0" smtClean="0">
                <a:latin typeface="Arial" panose="020B0604020202020204" pitchFamily="34" charset="0"/>
                <a:ea typeface="华文楷体" panose="02010600040101010101" pitchFamily="2" charset="-122"/>
              </a:rPr>
              <a:t>我信圣灵</a:t>
            </a:r>
            <a:endParaRPr lang="en-US" altLang="zh-CN" sz="4000" b="1" dirty="0" smtClean="0">
              <a:latin typeface="Arial" panose="020B0604020202020204" pitchFamily="34" charset="0"/>
              <a:ea typeface="华文楷体" panose="02010600040101010101" pitchFamily="2" charset="-122"/>
            </a:endParaRPr>
          </a:p>
          <a:p>
            <a:pPr lvl="0" algn="ctr">
              <a:defRPr/>
            </a:pPr>
            <a:r>
              <a:rPr lang="zh-CN" altLang="en-US" sz="4000" b="1" dirty="0" smtClean="0">
                <a:latin typeface="Arial" panose="020B0604020202020204" pitchFamily="34" charset="0"/>
                <a:ea typeface="华文楷体" panose="02010600040101010101" pitchFamily="2" charset="-122"/>
              </a:rPr>
              <a:t>我信圣而公之教会</a:t>
            </a:r>
            <a:endParaRPr lang="en-US" altLang="zh-CN" sz="4000" b="1" dirty="0" smtClean="0">
              <a:latin typeface="Arial" panose="020B0604020202020204" pitchFamily="34" charset="0"/>
              <a:ea typeface="华文楷体" panose="02010600040101010101" pitchFamily="2" charset="-122"/>
            </a:endParaRPr>
          </a:p>
          <a:p>
            <a:pPr lvl="0" algn="ctr">
              <a:defRPr/>
            </a:pPr>
            <a:r>
              <a:rPr lang="zh-CN" altLang="en-US" sz="4000" b="1" dirty="0" smtClean="0">
                <a:latin typeface="Arial" panose="020B0604020202020204" pitchFamily="34" charset="0"/>
                <a:ea typeface="华文楷体" panose="02010600040101010101" pitchFamily="2" charset="-122"/>
              </a:rPr>
              <a:t>我信圣徒相通</a:t>
            </a:r>
            <a:endParaRPr lang="en-US" altLang="zh-CN" sz="4000" b="1" dirty="0" smtClean="0">
              <a:latin typeface="Arial" panose="020B0604020202020204" pitchFamily="34" charset="0"/>
              <a:ea typeface="华文楷体" panose="02010600040101010101" pitchFamily="2" charset="-122"/>
            </a:endParaRPr>
          </a:p>
          <a:p>
            <a:pPr lvl="0" algn="ctr">
              <a:defRPr/>
            </a:pPr>
            <a:r>
              <a:rPr lang="zh-CN" altLang="en-US" sz="4000" b="1" dirty="0" smtClean="0">
                <a:latin typeface="Arial" panose="020B0604020202020204" pitchFamily="34" charset="0"/>
                <a:ea typeface="华文楷体" panose="02010600040101010101" pitchFamily="2" charset="-122"/>
              </a:rPr>
              <a:t>我信罪得赦免</a:t>
            </a:r>
            <a:endParaRPr lang="en-US" altLang="zh-CN" sz="4000" b="1" dirty="0" smtClean="0">
              <a:latin typeface="Arial" panose="020B0604020202020204" pitchFamily="34" charset="0"/>
              <a:ea typeface="华文楷体" panose="02010600040101010101" pitchFamily="2" charset="-122"/>
            </a:endParaRPr>
          </a:p>
          <a:p>
            <a:pPr lvl="0" algn="ctr">
              <a:defRPr/>
            </a:pPr>
            <a:r>
              <a:rPr lang="zh-CN" altLang="en-US" sz="4000" b="1" dirty="0" smtClean="0">
                <a:latin typeface="Arial" panose="020B0604020202020204" pitchFamily="34" charset="0"/>
                <a:ea typeface="华文楷体" panose="02010600040101010101" pitchFamily="2" charset="-122"/>
              </a:rPr>
              <a:t>我信身体复活</a:t>
            </a:r>
            <a:endParaRPr lang="en-US" altLang="zh-CN" sz="4000" b="1" dirty="0" smtClean="0">
              <a:latin typeface="Arial" panose="020B0604020202020204" pitchFamily="34" charset="0"/>
              <a:ea typeface="华文楷体" panose="02010600040101010101" pitchFamily="2" charset="-122"/>
            </a:endParaRPr>
          </a:p>
          <a:p>
            <a:pPr lvl="0" algn="ctr">
              <a:defRPr/>
            </a:pPr>
            <a:r>
              <a:rPr lang="zh-CN" altLang="en-US" sz="4000" b="1" dirty="0" smtClean="0">
                <a:latin typeface="Arial" panose="020B0604020202020204" pitchFamily="34" charset="0"/>
                <a:ea typeface="华文楷体" panose="02010600040101010101" pitchFamily="2" charset="-122"/>
              </a:rPr>
              <a:t>我信永生。阿们。</a:t>
            </a:r>
            <a:endParaRPr lang="zh-CN" altLang="en-US" sz="4000" b="1" dirty="0">
              <a:latin typeface="Arial" panose="020B0604020202020204" pitchFamily="34" charset="0"/>
              <a:ea typeface="华文楷体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60612508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001125" cy="5400674"/>
          </a:xfrm>
          <a:prstGeom prst="rect">
            <a:avLst/>
          </a:prstGeom>
        </p:spPr>
      </p:pic>
      <p:sp>
        <p:nvSpPr>
          <p:cNvPr id="3" name="모서리가 둥근 직사각형 2"/>
          <p:cNvSpPr/>
          <p:nvPr/>
        </p:nvSpPr>
        <p:spPr>
          <a:xfrm>
            <a:off x="0" y="0"/>
            <a:ext cx="9001125" cy="5400675"/>
          </a:xfrm>
          <a:prstGeom prst="roundRect">
            <a:avLst>
              <a:gd name="adj" fmla="val 0"/>
            </a:avLst>
          </a:prstGeom>
          <a:solidFill>
            <a:schemeClr val="tx1">
              <a:alpha val="50000"/>
            </a:schemeClr>
          </a:soli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9129" tIns="34564" rIns="69129" bIns="34564" rtlCol="0" anchor="ctr"/>
          <a:lstStyle/>
          <a:p>
            <a:pPr algn="ctr"/>
            <a:endParaRPr lang="ko-KR" altLang="en-US" sz="1400" dirty="0"/>
          </a:p>
        </p:txBody>
      </p:sp>
      <p:sp>
        <p:nvSpPr>
          <p:cNvPr id="10" name="직사각형 9"/>
          <p:cNvSpPr/>
          <p:nvPr/>
        </p:nvSpPr>
        <p:spPr>
          <a:xfrm>
            <a:off x="0" y="3636441"/>
            <a:ext cx="9001125" cy="1184875"/>
          </a:xfrm>
          <a:prstGeom prst="rect">
            <a:avLst/>
          </a:prstGeom>
          <a:solidFill>
            <a:schemeClr val="tx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9129" tIns="34564" rIns="69129" bIns="34564" rtlCol="0" anchor="ctr"/>
          <a:lstStyle/>
          <a:p>
            <a:pPr algn="ctr"/>
            <a:r>
              <a:rPr lang="zh-CN" altLang="en-US" sz="2800" b="1" dirty="0" smtClean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白宏云执事</a:t>
            </a:r>
            <a:endParaRPr lang="en-US" altLang="ko-KR" sz="2800" b="1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grpSp>
        <p:nvGrpSpPr>
          <p:cNvPr id="2" name="그룹 10"/>
          <p:cNvGrpSpPr/>
          <p:nvPr/>
        </p:nvGrpSpPr>
        <p:grpSpPr>
          <a:xfrm>
            <a:off x="1836266" y="1395496"/>
            <a:ext cx="5616624" cy="1794490"/>
            <a:chOff x="2035834" y="1992702"/>
            <a:chExt cx="8047644" cy="2278717"/>
          </a:xfrm>
        </p:grpSpPr>
        <p:sp>
          <p:nvSpPr>
            <p:cNvPr id="13" name="TextBox 12"/>
            <p:cNvSpPr txBox="1"/>
            <p:nvPr/>
          </p:nvSpPr>
          <p:spPr>
            <a:xfrm>
              <a:off x="2672709" y="2186623"/>
              <a:ext cx="7410769" cy="154376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7300" b="1" dirty="0" smtClean="0">
                  <a:solidFill>
                    <a:schemeClr val="bg1"/>
                  </a:solidFill>
                  <a:latin typeface="+mn-ea"/>
                </a:rPr>
                <a:t>代 表 祷 告</a:t>
              </a:r>
              <a:endParaRPr lang="ko-KR" altLang="en-US" sz="7300" b="1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14" name="직사각형 13"/>
            <p:cNvSpPr/>
            <p:nvPr/>
          </p:nvSpPr>
          <p:spPr>
            <a:xfrm>
              <a:off x="2035834" y="1992702"/>
              <a:ext cx="7884544" cy="2278717"/>
            </a:xfrm>
            <a:prstGeom prst="rect">
              <a:avLst/>
            </a:prstGeom>
            <a:noFill/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2772370" y="2700337"/>
            <a:ext cx="45365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smtClean="0">
                <a:solidFill>
                  <a:schemeClr val="bg1"/>
                </a:solidFill>
                <a:latin typeface="MS PGothic" pitchFamily="34" charset="-128"/>
                <a:ea typeface="MS PGothic" pitchFamily="34" charset="-128"/>
              </a:rPr>
              <a:t>REPRESENTATIVE  PRAYER</a:t>
            </a:r>
            <a:endParaRPr lang="en-US" altLang="ko-KR" sz="2400" dirty="0" smtClean="0">
              <a:solidFill>
                <a:schemeClr val="bg1"/>
              </a:solidFill>
              <a:latin typeface="MS PGothic" pitchFamily="34" charset="-128"/>
              <a:ea typeface="MS PGothic" pitchFamily="34" charset="-128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648319853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20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001125" cy="5400675"/>
          </a:xfrm>
          <a:prstGeom prst="rect">
            <a:avLst/>
          </a:prstGeom>
        </p:spPr>
      </p:pic>
      <p:sp>
        <p:nvSpPr>
          <p:cNvPr id="3" name="모서리가 둥근 직사각형 2"/>
          <p:cNvSpPr/>
          <p:nvPr/>
        </p:nvSpPr>
        <p:spPr>
          <a:xfrm>
            <a:off x="0" y="-1"/>
            <a:ext cx="9001125" cy="5400675"/>
          </a:xfrm>
          <a:prstGeom prst="roundRect">
            <a:avLst>
              <a:gd name="adj" fmla="val 0"/>
            </a:avLst>
          </a:prstGeom>
          <a:solidFill>
            <a:schemeClr val="tx1">
              <a:alpha val="55000"/>
            </a:schemeClr>
          </a:soli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9129" tIns="34564" rIns="69129" bIns="34564" rtlCol="0" anchor="ctr"/>
          <a:lstStyle/>
          <a:p>
            <a:pPr algn="ctr"/>
            <a:endParaRPr lang="ko-KR" altLang="en-US" sz="1400" dirty="0"/>
          </a:p>
        </p:txBody>
      </p:sp>
      <p:sp>
        <p:nvSpPr>
          <p:cNvPr id="10" name="직사각형 9"/>
          <p:cNvSpPr/>
          <p:nvPr/>
        </p:nvSpPr>
        <p:spPr>
          <a:xfrm>
            <a:off x="0" y="3606997"/>
            <a:ext cx="9001125" cy="1184875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9129" tIns="34564" rIns="69129" bIns="34564" rtlCol="0" anchor="ctr"/>
          <a:lstStyle/>
          <a:p>
            <a:pPr algn="ctr"/>
            <a:r>
              <a:rPr lang="zh-CN" altLang="en-US" sz="2800" b="1" dirty="0" smtClean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创</a:t>
            </a:r>
            <a:r>
              <a:rPr lang="en-US" altLang="zh-CN" sz="2800" b="1" dirty="0" smtClean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32</a:t>
            </a:r>
            <a:r>
              <a:rPr lang="zh-CN" altLang="en-US" sz="2800" b="1" dirty="0" smtClean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：</a:t>
            </a:r>
            <a:r>
              <a:rPr lang="en-US" altLang="zh-CN" sz="2800" b="1" dirty="0" smtClean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7-11</a:t>
            </a:r>
            <a:r>
              <a:rPr lang="zh-CN" altLang="en-US" sz="2800" b="1" dirty="0" smtClean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，</a:t>
            </a:r>
            <a:r>
              <a:rPr lang="en-US" altLang="zh-CN" sz="2800" b="1" dirty="0" smtClean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24-26</a:t>
            </a:r>
            <a:endParaRPr lang="ko-KR" altLang="en-US" sz="2800" b="1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grpSp>
        <p:nvGrpSpPr>
          <p:cNvPr id="4" name="그룹 10"/>
          <p:cNvGrpSpPr/>
          <p:nvPr/>
        </p:nvGrpSpPr>
        <p:grpSpPr>
          <a:xfrm>
            <a:off x="1590057" y="1485566"/>
            <a:ext cx="5821011" cy="1794490"/>
            <a:chOff x="2035834" y="1992702"/>
            <a:chExt cx="7884544" cy="2278717"/>
          </a:xfrm>
        </p:grpSpPr>
        <p:sp>
          <p:nvSpPr>
            <p:cNvPr id="12" name="TextBox 11"/>
            <p:cNvSpPr txBox="1"/>
            <p:nvPr/>
          </p:nvSpPr>
          <p:spPr>
            <a:xfrm>
              <a:off x="4116030" y="3501978"/>
              <a:ext cx="3724151" cy="7621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 algn="ctr">
                <a:defRPr/>
              </a:pPr>
              <a:r>
                <a:rPr lang="en-US" altLang="ko-KR" sz="3300" dirty="0">
                  <a:solidFill>
                    <a:prstClr val="white"/>
                  </a:solidFill>
                  <a:latin typeface="나눔손글씨 붓" panose="03060600000000000000" pitchFamily="66" charset="-127"/>
                  <a:ea typeface="나눔손글씨 붓" panose="03060600000000000000" pitchFamily="66" charset="-127"/>
                </a:rPr>
                <a:t>Bible </a:t>
              </a:r>
              <a:r>
                <a:rPr lang="en-US" altLang="ko-KR" sz="3300" dirty="0" err="1" smtClean="0">
                  <a:solidFill>
                    <a:prstClr val="white"/>
                  </a:solidFill>
                  <a:latin typeface="나눔손글씨 붓" panose="03060600000000000000" pitchFamily="66" charset="-127"/>
                  <a:ea typeface="나눔손글씨 붓" panose="03060600000000000000" pitchFamily="66" charset="-127"/>
                </a:rPr>
                <a:t>readng</a:t>
              </a:r>
              <a:endParaRPr lang="en-US" altLang="ko-KR" sz="3300" dirty="0">
                <a:solidFill>
                  <a:prstClr val="white"/>
                </a:solidFill>
                <a:latin typeface="나눔손글씨 붓" panose="03060600000000000000" pitchFamily="66" charset="-127"/>
                <a:ea typeface="나눔손글씨 붓" panose="03060600000000000000" pitchFamily="66" charset="-127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3336548" y="2163150"/>
              <a:ext cx="5283118" cy="154376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defTabSz="691286">
                <a:defRPr/>
              </a:pPr>
              <a:r>
                <a:rPr lang="zh-CN" altLang="en-US" sz="7300" b="1" dirty="0" smtClean="0">
                  <a:solidFill>
                    <a:prstClr val="white"/>
                  </a:solidFill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神的话语</a:t>
              </a:r>
              <a:endParaRPr lang="ko-KR" altLang="en-US" sz="7300" b="1" dirty="0">
                <a:solidFill>
                  <a:prstClr val="white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endParaRPr>
            </a:p>
          </p:txBody>
        </p:sp>
        <p:sp>
          <p:nvSpPr>
            <p:cNvPr id="15" name="직사각형 14"/>
            <p:cNvSpPr/>
            <p:nvPr/>
          </p:nvSpPr>
          <p:spPr>
            <a:xfrm>
              <a:off x="2035834" y="1992702"/>
              <a:ext cx="7884544" cy="2278717"/>
            </a:xfrm>
            <a:prstGeom prst="rect">
              <a:avLst/>
            </a:prstGeom>
            <a:noFill/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91286">
                <a:defRPr/>
              </a:pPr>
              <a:endParaRPr lang="ko-KR" altLang="en-US" sz="1400" dirty="0">
                <a:solidFill>
                  <a:prstClr val="white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</p:txBody>
        </p:sp>
      </p:grpSp>
    </p:spTree>
    <p:extLst>
      <p:ext uri="{BB962C8B-B14F-4D97-AF65-F5344CB8AC3E}">
        <p14:creationId xmlns="" xmlns:p14="http://schemas.microsoft.com/office/powerpoint/2010/main" val="3318780481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20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 l="67000" r="10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36066" y="448925"/>
            <a:ext cx="38164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 smtClean="0">
                <a:solidFill>
                  <a:srgbClr val="FF3399"/>
                </a:solidFill>
                <a:latin typeface="NanumGothicExtraBold" pitchFamily="34" charset="-127"/>
                <a:ea typeface="NanumGothicExtraBold" pitchFamily="34" charset="-127"/>
              </a:rPr>
              <a:t>创</a:t>
            </a:r>
            <a:r>
              <a:rPr lang="en-US" altLang="zh-CN" sz="2800" b="1" dirty="0" smtClean="0">
                <a:solidFill>
                  <a:srgbClr val="FF3399"/>
                </a:solidFill>
                <a:latin typeface="NanumGothicExtraBold" pitchFamily="34" charset="-127"/>
                <a:ea typeface="NanumGothicExtraBold" pitchFamily="34" charset="-127"/>
              </a:rPr>
              <a:t>32</a:t>
            </a:r>
            <a:r>
              <a:rPr lang="zh-CN" altLang="en-US" sz="2800" b="1" dirty="0" smtClean="0">
                <a:solidFill>
                  <a:srgbClr val="FF3399"/>
                </a:solidFill>
                <a:latin typeface="NanumGothicExtraBold" pitchFamily="34" charset="-127"/>
                <a:ea typeface="NanumGothicExtraBold" pitchFamily="34" charset="-127"/>
              </a:rPr>
              <a:t>：</a:t>
            </a:r>
            <a:r>
              <a:rPr lang="en-US" altLang="zh-CN" sz="2800" b="1" dirty="0" smtClean="0">
                <a:solidFill>
                  <a:srgbClr val="FF3399"/>
                </a:solidFill>
                <a:latin typeface="NanumGothicExtraBold" pitchFamily="34" charset="-127"/>
                <a:ea typeface="NanumGothicExtraBold" pitchFamily="34" charset="-127"/>
              </a:rPr>
              <a:t>7-11</a:t>
            </a:r>
            <a:r>
              <a:rPr lang="zh-CN" altLang="en-US" sz="2800" b="1" dirty="0" smtClean="0">
                <a:solidFill>
                  <a:srgbClr val="FF3399"/>
                </a:solidFill>
                <a:latin typeface="NanumGothicExtraBold" pitchFamily="34" charset="-127"/>
                <a:ea typeface="NanumGothicExtraBold" pitchFamily="34" charset="-127"/>
              </a:rPr>
              <a:t>，</a:t>
            </a:r>
            <a:r>
              <a:rPr lang="en-US" altLang="zh-CN" sz="2800" b="1" dirty="0" smtClean="0">
                <a:solidFill>
                  <a:srgbClr val="FF3399"/>
                </a:solidFill>
                <a:latin typeface="NanumGothicExtraBold" pitchFamily="34" charset="-127"/>
                <a:ea typeface="NanumGothicExtraBold" pitchFamily="34" charset="-127"/>
              </a:rPr>
              <a:t>24-26</a:t>
            </a:r>
            <a:endParaRPr lang="ko-KR" altLang="en-US" sz="2800" b="1" dirty="0">
              <a:solidFill>
                <a:srgbClr val="FF3399"/>
              </a:solidFill>
              <a:latin typeface="NanumGothicExtraBold" pitchFamily="34" charset="-127"/>
              <a:ea typeface="NanumGothicExtraBold" pitchFamily="34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510A7B39-A1B6-4974-8AB1-1FD92FDC6483}"/>
              </a:ext>
            </a:extLst>
          </p:cNvPr>
          <p:cNvSpPr txBox="1"/>
          <p:nvPr/>
        </p:nvSpPr>
        <p:spPr>
          <a:xfrm>
            <a:off x="1404218" y="1272829"/>
            <a:ext cx="7596907" cy="3024458"/>
          </a:xfrm>
          <a:prstGeom prst="rect">
            <a:avLst/>
          </a:prstGeom>
          <a:noFill/>
        </p:spPr>
        <p:txBody>
          <a:bodyPr wrap="square" lIns="69129" tIns="34564" rIns="69129" bIns="34564" rtlCol="0">
            <a:spAutoFit/>
          </a:bodyPr>
          <a:lstStyle/>
          <a:p>
            <a:pPr marL="421253" indent="-421253" defTabSz="345643" latinLnBrk="0">
              <a:buClr>
                <a:srgbClr val="FFFF00"/>
              </a:buClr>
              <a:defRPr/>
            </a:pPr>
            <a:r>
              <a:rPr lang="en-US" altLang="ko-KR" sz="3200" spc="17" dirty="0" smtClean="0">
                <a:latin typeface="Malgun Gothic" pitchFamily="34" charset="-127"/>
                <a:ea typeface="Malgun Gothic" pitchFamily="34" charset="-127"/>
              </a:rPr>
              <a:t>7</a:t>
            </a:r>
            <a:r>
              <a:rPr lang="zh-CN" altLang="en-US" sz="3200" dirty="0" smtClean="0"/>
              <a:t>雅各就甚惧怕，而且愁烦，便把那与他同在的人口和羊群，牛群，骆驼分作两队， </a:t>
            </a:r>
            <a:endParaRPr lang="en-US" altLang="zh-CN" sz="3200" dirty="0" smtClean="0"/>
          </a:p>
          <a:p>
            <a:pPr marL="421253" indent="-421253" defTabSz="345643" latinLnBrk="0">
              <a:buClr>
                <a:srgbClr val="FFFF00"/>
              </a:buClr>
              <a:defRPr/>
            </a:pPr>
            <a:r>
              <a:rPr lang="en-US" altLang="ko-KR" sz="3200" spc="17" dirty="0" smtClean="0">
                <a:latin typeface="Malgun Gothic" pitchFamily="34" charset="-127"/>
                <a:ea typeface="Malgun Gothic" pitchFamily="34" charset="-127"/>
              </a:rPr>
              <a:t>8.</a:t>
            </a:r>
            <a:r>
              <a:rPr lang="zh-CN" altLang="en-US" sz="3200" dirty="0" smtClean="0"/>
              <a:t>说，以扫若来击杀这一队，剩下的那一队还可以逃避。 </a:t>
            </a:r>
            <a:endParaRPr lang="en-US" altLang="zh-CN" sz="3200" dirty="0" smtClean="0"/>
          </a:p>
          <a:p>
            <a:pPr marL="421253" indent="-421253" defTabSz="345643" latinLnBrk="0">
              <a:buClr>
                <a:srgbClr val="FFFF00"/>
              </a:buClr>
              <a:defRPr/>
            </a:pPr>
            <a:endParaRPr lang="en-US" altLang="ko-KR" sz="3200" spc="17" dirty="0">
              <a:latin typeface="Malgun Gothic" pitchFamily="34" charset="-127"/>
              <a:ea typeface="Malgun Gothic" pitchFamily="34" charset="-127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838080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 l="67000" r="10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36066" y="448925"/>
            <a:ext cx="38164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 smtClean="0">
                <a:solidFill>
                  <a:srgbClr val="FF3399"/>
                </a:solidFill>
                <a:latin typeface="NanumGothicExtraBold" pitchFamily="34" charset="-127"/>
                <a:ea typeface="NanumGothicExtraBold" pitchFamily="34" charset="-127"/>
              </a:rPr>
              <a:t>创</a:t>
            </a:r>
            <a:r>
              <a:rPr lang="en-US" altLang="zh-CN" sz="2800" b="1" dirty="0" smtClean="0">
                <a:solidFill>
                  <a:srgbClr val="FF3399"/>
                </a:solidFill>
                <a:latin typeface="NanumGothicExtraBold" pitchFamily="34" charset="-127"/>
                <a:ea typeface="NanumGothicExtraBold" pitchFamily="34" charset="-127"/>
              </a:rPr>
              <a:t>32</a:t>
            </a:r>
            <a:r>
              <a:rPr lang="zh-CN" altLang="en-US" sz="2800" b="1" dirty="0" smtClean="0">
                <a:solidFill>
                  <a:srgbClr val="FF3399"/>
                </a:solidFill>
                <a:latin typeface="NanumGothicExtraBold" pitchFamily="34" charset="-127"/>
                <a:ea typeface="NanumGothicExtraBold" pitchFamily="34" charset="-127"/>
              </a:rPr>
              <a:t>：</a:t>
            </a:r>
            <a:r>
              <a:rPr lang="en-US" altLang="zh-CN" sz="2800" b="1" dirty="0" smtClean="0">
                <a:solidFill>
                  <a:srgbClr val="FF3399"/>
                </a:solidFill>
                <a:latin typeface="NanumGothicExtraBold" pitchFamily="34" charset="-127"/>
                <a:ea typeface="NanumGothicExtraBold" pitchFamily="34" charset="-127"/>
              </a:rPr>
              <a:t>7-11</a:t>
            </a:r>
            <a:r>
              <a:rPr lang="zh-CN" altLang="en-US" sz="2800" b="1" dirty="0" smtClean="0">
                <a:solidFill>
                  <a:srgbClr val="FF3399"/>
                </a:solidFill>
                <a:latin typeface="NanumGothicExtraBold" pitchFamily="34" charset="-127"/>
                <a:ea typeface="NanumGothicExtraBold" pitchFamily="34" charset="-127"/>
              </a:rPr>
              <a:t>，</a:t>
            </a:r>
            <a:r>
              <a:rPr lang="en-US" altLang="zh-CN" sz="2800" b="1" dirty="0" smtClean="0">
                <a:solidFill>
                  <a:srgbClr val="FF3399"/>
                </a:solidFill>
                <a:latin typeface="NanumGothicExtraBold" pitchFamily="34" charset="-127"/>
                <a:ea typeface="NanumGothicExtraBold" pitchFamily="34" charset="-127"/>
              </a:rPr>
              <a:t>24-26</a:t>
            </a:r>
            <a:endParaRPr lang="ko-KR" altLang="en-US" sz="2800" b="1" dirty="0">
              <a:solidFill>
                <a:srgbClr val="FF3399"/>
              </a:solidFill>
              <a:latin typeface="NanumGothicExtraBold" pitchFamily="34" charset="-127"/>
              <a:ea typeface="NanumGothicExtraBold" pitchFamily="34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510A7B39-A1B6-4974-8AB1-1FD92FDC6483}"/>
              </a:ext>
            </a:extLst>
          </p:cNvPr>
          <p:cNvSpPr txBox="1"/>
          <p:nvPr/>
        </p:nvSpPr>
        <p:spPr>
          <a:xfrm>
            <a:off x="1260202" y="1211274"/>
            <a:ext cx="7596907" cy="4009343"/>
          </a:xfrm>
          <a:prstGeom prst="rect">
            <a:avLst/>
          </a:prstGeom>
          <a:noFill/>
        </p:spPr>
        <p:txBody>
          <a:bodyPr wrap="square" lIns="69129" tIns="34564" rIns="69129" bIns="34564" rtlCol="0">
            <a:spAutoFit/>
          </a:bodyPr>
          <a:lstStyle/>
          <a:p>
            <a:pPr marL="421253" indent="-421253" defTabSz="345643" latinLnBrk="0">
              <a:buClr>
                <a:srgbClr val="FFFF00"/>
              </a:buClr>
              <a:defRPr/>
            </a:pPr>
            <a:r>
              <a:rPr lang="en-US" altLang="ko-KR" sz="3200" spc="17" dirty="0" smtClean="0">
                <a:latin typeface="Malgun Gothic" pitchFamily="34" charset="-127"/>
                <a:ea typeface="Malgun Gothic" pitchFamily="34" charset="-127"/>
              </a:rPr>
              <a:t>9.</a:t>
            </a:r>
            <a:r>
              <a:rPr lang="zh-CN" altLang="en-US" sz="3200" dirty="0" smtClean="0"/>
              <a:t>雅各说，耶和华我祖亚伯拉罕的神，我父亲以撒的神阿，你曾对我说，回你本地本族去，我要厚待你。 </a:t>
            </a:r>
            <a:endParaRPr lang="en-US" altLang="zh-CN" sz="3200" dirty="0" smtClean="0"/>
          </a:p>
          <a:p>
            <a:pPr marL="421253" indent="-421253" defTabSz="345643" latinLnBrk="0">
              <a:buClr>
                <a:srgbClr val="FFFF00"/>
              </a:buClr>
              <a:defRPr/>
            </a:pPr>
            <a:r>
              <a:rPr lang="en-US" altLang="ko-KR" sz="3200" spc="17" dirty="0" smtClean="0">
                <a:latin typeface="Malgun Gothic" pitchFamily="34" charset="-127"/>
                <a:ea typeface="Malgun Gothic" pitchFamily="34" charset="-127"/>
              </a:rPr>
              <a:t>10.</a:t>
            </a:r>
            <a:r>
              <a:rPr lang="zh-CN" altLang="en-US" sz="3200" dirty="0" smtClean="0"/>
              <a:t>你向仆人所施的一切慈爱和诚实，我一点也不配得。我先前只拿着我的杖过这约旦河，如今我却成了两队了</a:t>
            </a:r>
            <a:r>
              <a:rPr lang="zh-CN" altLang="en-US" sz="3200" dirty="0" smtClean="0"/>
              <a:t>。</a:t>
            </a:r>
            <a:endParaRPr lang="en-US" altLang="zh-CN" sz="3200" dirty="0" smtClean="0"/>
          </a:p>
          <a:p>
            <a:pPr marL="421253" indent="-421253" defTabSz="345643" latinLnBrk="0">
              <a:buClr>
                <a:srgbClr val="FFFF00"/>
              </a:buClr>
              <a:defRPr/>
            </a:pPr>
            <a:r>
              <a:rPr lang="en-US" altLang="zh-CN" sz="3200" dirty="0" smtClean="0"/>
              <a:t>11.</a:t>
            </a:r>
            <a:r>
              <a:rPr lang="zh-CN" altLang="en-US" sz="3200" dirty="0" smtClean="0"/>
              <a:t>求你救我脱离我哥哥以扫的手。因为我怕他来杀我，连妻子带儿女一同杀了。 </a:t>
            </a:r>
            <a:endParaRPr lang="en-US" altLang="ko-KR" sz="3200" spc="17" dirty="0">
              <a:latin typeface="Malgun Gothic" pitchFamily="34" charset="-127"/>
              <a:ea typeface="Malgun Gothic" pitchFamily="34" charset="-127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838080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 l="67000" r="10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36066" y="448925"/>
            <a:ext cx="38164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 smtClean="0">
                <a:solidFill>
                  <a:srgbClr val="FF3399"/>
                </a:solidFill>
                <a:latin typeface="NanumGothicExtraBold" pitchFamily="34" charset="-127"/>
                <a:ea typeface="NanumGothicExtraBold" pitchFamily="34" charset="-127"/>
              </a:rPr>
              <a:t>创</a:t>
            </a:r>
            <a:r>
              <a:rPr lang="en-US" altLang="zh-CN" sz="2800" b="1" dirty="0" smtClean="0">
                <a:solidFill>
                  <a:srgbClr val="FF3399"/>
                </a:solidFill>
                <a:latin typeface="NanumGothicExtraBold" pitchFamily="34" charset="-127"/>
                <a:ea typeface="NanumGothicExtraBold" pitchFamily="34" charset="-127"/>
              </a:rPr>
              <a:t>32</a:t>
            </a:r>
            <a:r>
              <a:rPr lang="zh-CN" altLang="en-US" sz="2800" b="1" dirty="0" smtClean="0">
                <a:solidFill>
                  <a:srgbClr val="FF3399"/>
                </a:solidFill>
                <a:latin typeface="NanumGothicExtraBold" pitchFamily="34" charset="-127"/>
                <a:ea typeface="NanumGothicExtraBold" pitchFamily="34" charset="-127"/>
              </a:rPr>
              <a:t>：</a:t>
            </a:r>
            <a:r>
              <a:rPr lang="en-US" altLang="zh-CN" sz="2800" b="1" dirty="0" smtClean="0">
                <a:solidFill>
                  <a:srgbClr val="FF3399"/>
                </a:solidFill>
                <a:latin typeface="NanumGothicExtraBold" pitchFamily="34" charset="-127"/>
                <a:ea typeface="NanumGothicExtraBold" pitchFamily="34" charset="-127"/>
              </a:rPr>
              <a:t>7-11</a:t>
            </a:r>
            <a:r>
              <a:rPr lang="zh-CN" altLang="en-US" sz="2800" b="1" dirty="0" smtClean="0">
                <a:solidFill>
                  <a:srgbClr val="FF3399"/>
                </a:solidFill>
                <a:latin typeface="NanumGothicExtraBold" pitchFamily="34" charset="-127"/>
                <a:ea typeface="NanumGothicExtraBold" pitchFamily="34" charset="-127"/>
              </a:rPr>
              <a:t>，</a:t>
            </a:r>
            <a:r>
              <a:rPr lang="en-US" altLang="zh-CN" sz="2800" b="1" dirty="0" smtClean="0">
                <a:solidFill>
                  <a:srgbClr val="FF3399"/>
                </a:solidFill>
                <a:latin typeface="NanumGothicExtraBold" pitchFamily="34" charset="-127"/>
                <a:ea typeface="NanumGothicExtraBold" pitchFamily="34" charset="-127"/>
              </a:rPr>
              <a:t>24-26</a:t>
            </a:r>
            <a:endParaRPr lang="ko-KR" altLang="en-US" sz="2800" b="1" dirty="0">
              <a:solidFill>
                <a:srgbClr val="FF3399"/>
              </a:solidFill>
              <a:latin typeface="NanumGothicExtraBold" pitchFamily="34" charset="-127"/>
              <a:ea typeface="NanumGothicExtraBold" pitchFamily="34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510A7B39-A1B6-4974-8AB1-1FD92FDC6483}"/>
              </a:ext>
            </a:extLst>
          </p:cNvPr>
          <p:cNvSpPr txBox="1"/>
          <p:nvPr/>
        </p:nvSpPr>
        <p:spPr>
          <a:xfrm>
            <a:off x="1224135" y="1703716"/>
            <a:ext cx="7596907" cy="3516901"/>
          </a:xfrm>
          <a:prstGeom prst="rect">
            <a:avLst/>
          </a:prstGeom>
          <a:noFill/>
        </p:spPr>
        <p:txBody>
          <a:bodyPr wrap="square" lIns="69129" tIns="34564" rIns="69129" bIns="34564" rtlCol="0">
            <a:spAutoFit/>
          </a:bodyPr>
          <a:lstStyle/>
          <a:p>
            <a:pPr marL="421253" indent="-421253" defTabSz="345643" latinLnBrk="0">
              <a:buClr>
                <a:srgbClr val="FFFF00"/>
              </a:buClr>
              <a:defRPr/>
            </a:pPr>
            <a:r>
              <a:rPr lang="en-US" altLang="ko-KR" sz="3200" spc="17" dirty="0" smtClean="0">
                <a:latin typeface="Malgun Gothic" pitchFamily="34" charset="-127"/>
                <a:ea typeface="Malgun Gothic" pitchFamily="34" charset="-127"/>
              </a:rPr>
              <a:t>24.</a:t>
            </a:r>
            <a:r>
              <a:rPr lang="zh-CN" altLang="en-US" sz="3200" dirty="0" smtClean="0"/>
              <a:t>只剩下雅各一人。有一个人来和他摔跤，直到黎明</a:t>
            </a:r>
            <a:r>
              <a:rPr lang="zh-CN" altLang="en-US" sz="3200" dirty="0" smtClean="0"/>
              <a:t>。</a:t>
            </a:r>
            <a:endParaRPr lang="en-US" altLang="zh-CN" sz="3200" dirty="0" smtClean="0"/>
          </a:p>
          <a:p>
            <a:pPr marL="421253" indent="-421253" defTabSz="345643" latinLnBrk="0">
              <a:buClr>
                <a:srgbClr val="FFFF00"/>
              </a:buClr>
              <a:defRPr/>
            </a:pPr>
            <a:r>
              <a:rPr lang="en-US" altLang="ko-KR" sz="3200" spc="17" dirty="0" smtClean="0">
                <a:latin typeface="Malgun Gothic" pitchFamily="34" charset="-127"/>
                <a:ea typeface="Malgun Gothic" pitchFamily="34" charset="-127"/>
              </a:rPr>
              <a:t>25.</a:t>
            </a:r>
            <a:r>
              <a:rPr lang="zh-CN" altLang="en-US" sz="3200" dirty="0" smtClean="0"/>
              <a:t>那人见自己胜不过他，就将他的大腿窝摸了一把，雅各的大腿窝正在摔跤的时候就扭了。 </a:t>
            </a:r>
            <a:endParaRPr lang="en-US" altLang="zh-CN" sz="3200" dirty="0" smtClean="0"/>
          </a:p>
          <a:p>
            <a:pPr marL="421253" indent="-421253" defTabSz="345643" latinLnBrk="0">
              <a:buClr>
                <a:srgbClr val="FFFF00"/>
              </a:buClr>
              <a:defRPr/>
            </a:pPr>
            <a:r>
              <a:rPr lang="en-US" altLang="ko-KR" sz="3200" spc="17" dirty="0" smtClean="0">
                <a:latin typeface="Malgun Gothic" pitchFamily="34" charset="-127"/>
                <a:ea typeface="Malgun Gothic" pitchFamily="34" charset="-127"/>
              </a:rPr>
              <a:t>26.</a:t>
            </a:r>
            <a:r>
              <a:rPr lang="zh-CN" altLang="en-US" sz="3200" dirty="0" smtClean="0"/>
              <a:t>那人说，天黎明了，容我去吧。雅各说，你不给我祝福，我就不容你去。 </a:t>
            </a:r>
            <a:endParaRPr lang="en-US" altLang="ko-KR" sz="3200" spc="17" dirty="0">
              <a:latin typeface="Malgun Gothic" pitchFamily="34" charset="-127"/>
              <a:ea typeface="Malgun Gothic" pitchFamily="34" charset="-127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838080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0"/>
            <a:ext cx="9001125" cy="5400675"/>
          </a:xfrm>
          <a:prstGeom prst="rect">
            <a:avLst/>
          </a:prstGeom>
        </p:spPr>
      </p:pic>
      <p:sp>
        <p:nvSpPr>
          <p:cNvPr id="10" name="모서리가 둥근 직사각형 9"/>
          <p:cNvSpPr/>
          <p:nvPr/>
        </p:nvSpPr>
        <p:spPr>
          <a:xfrm>
            <a:off x="0" y="-1"/>
            <a:ext cx="9001125" cy="5400675"/>
          </a:xfrm>
          <a:prstGeom prst="roundRect">
            <a:avLst>
              <a:gd name="adj" fmla="val 0"/>
            </a:avLst>
          </a:prstGeom>
          <a:solidFill>
            <a:schemeClr val="tx1">
              <a:alpha val="40000"/>
            </a:schemeClr>
          </a:soli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9129" tIns="34564" rIns="69129" bIns="34564" rtlCol="0" anchor="ctr"/>
          <a:lstStyle/>
          <a:p>
            <a:pPr algn="ctr"/>
            <a:endParaRPr lang="ko-KR" altLang="en-US" sz="1400" dirty="0"/>
          </a:p>
        </p:txBody>
      </p:sp>
      <p:sp>
        <p:nvSpPr>
          <p:cNvPr id="9" name="직사각형 8"/>
          <p:cNvSpPr/>
          <p:nvPr/>
        </p:nvSpPr>
        <p:spPr>
          <a:xfrm>
            <a:off x="0" y="3606997"/>
            <a:ext cx="9001125" cy="1184875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9129" tIns="34564" rIns="69129" bIns="34564" rtlCol="0" anchor="ctr"/>
          <a:lstStyle/>
          <a:p>
            <a:pPr algn="ctr"/>
            <a:r>
              <a:rPr lang="zh-CN" altLang="en-US" sz="3600" dirty="0" smtClean="0">
                <a:latin typeface="나눔손글씨 붓" panose="03060600000000000000" pitchFamily="66" charset="-127"/>
                <a:ea typeface="나눔손글씨 붓" panose="03060600000000000000" pitchFamily="66" charset="-127"/>
              </a:rPr>
              <a:t>闫蓉伊宣教士</a:t>
            </a:r>
            <a:endParaRPr lang="en-US" altLang="ko-KR" sz="3600" dirty="0">
              <a:latin typeface="나눔손글씨 붓" panose="03060600000000000000" pitchFamily="66" charset="-127"/>
              <a:ea typeface="나눔손글씨 붓" panose="03060600000000000000" pitchFamily="66" charset="-127"/>
            </a:endParaRPr>
          </a:p>
        </p:txBody>
      </p:sp>
      <p:grpSp>
        <p:nvGrpSpPr>
          <p:cNvPr id="2" name="그룹 14"/>
          <p:cNvGrpSpPr/>
          <p:nvPr/>
        </p:nvGrpSpPr>
        <p:grpSpPr>
          <a:xfrm>
            <a:off x="1476226" y="1485566"/>
            <a:ext cx="6222873" cy="1574811"/>
            <a:chOff x="2035834" y="1992702"/>
            <a:chExt cx="7884544" cy="2278717"/>
          </a:xfrm>
        </p:grpSpPr>
        <p:sp>
          <p:nvSpPr>
            <p:cNvPr id="17" name="TextBox 16"/>
            <p:cNvSpPr txBox="1"/>
            <p:nvPr/>
          </p:nvSpPr>
          <p:spPr>
            <a:xfrm>
              <a:off x="2369751" y="2163150"/>
              <a:ext cx="7216716" cy="1543767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 defTabSz="691286">
                <a:defRPr/>
              </a:pPr>
              <a:r>
                <a:rPr lang="zh-CN" altLang="en-US" sz="7300" b="1" dirty="0" smtClean="0">
                  <a:solidFill>
                    <a:prstClr val="white"/>
                  </a:solidFill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栽培雅各的神</a:t>
              </a:r>
              <a:endParaRPr lang="ko-KR" altLang="en-US" sz="7300" b="1" dirty="0">
                <a:solidFill>
                  <a:prstClr val="white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endParaRPr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2035834" y="1992702"/>
              <a:ext cx="7884544" cy="2278717"/>
            </a:xfrm>
            <a:prstGeom prst="rect">
              <a:avLst/>
            </a:prstGeom>
            <a:noFill/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91286">
                <a:defRPr/>
              </a:pPr>
              <a:endParaRPr lang="ko-KR" altLang="en-US" sz="1400" dirty="0">
                <a:solidFill>
                  <a:prstClr val="white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xmlns="" val="33887425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20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 t="-20000" b="-2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0" y="324073"/>
            <a:ext cx="9144000" cy="1214438"/>
          </a:xfrm>
          <a:prstGeom prst="rect">
            <a:avLst/>
          </a:prstGeom>
        </p:spPr>
        <p:txBody>
          <a:bodyPr vert="horz" lIns="89849" tIns="44924" rIns="89849" bIns="44924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5400" b="1" i="0" u="none" strike="noStrike" kern="1200" cap="all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itchFamily="2" charset="-122"/>
                <a:ea typeface="+mj-ea"/>
                <a:cs typeface="+mj-cs"/>
              </a:rPr>
              <a:t>29 </a:t>
            </a:r>
            <a:r>
              <a:rPr kumimoji="0" lang="zh-CN" altLang="en-US" sz="5400" b="1" i="0" u="none" strike="noStrike" kern="1200" cap="all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itchFamily="2" charset="-122"/>
                <a:ea typeface="+mj-ea"/>
                <a:cs typeface="+mj-cs"/>
              </a:rPr>
              <a:t>全能主上帝 </a:t>
            </a:r>
            <a:endParaRPr kumimoji="0" lang="zh-CN" altLang="en-US" sz="5400" b="1" i="0" u="none" strike="noStrike" kern="1200" cap="all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宋体" pitchFamily="2" charset="-122"/>
              <a:ea typeface="+mj-ea"/>
              <a:cs typeface="+mj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1739343"/>
            <a:ext cx="9144000" cy="280076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zh-CN" alt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他是耶和华造物的主宰</a:t>
            </a:r>
            <a:endParaRPr lang="en-US" altLang="zh-CN" sz="4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  <a:p>
            <a:pPr algn="ctr">
              <a:defRPr/>
            </a:pPr>
            <a:r>
              <a:rPr lang="zh-CN" alt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他是耶和华全能主上帝</a:t>
            </a:r>
            <a:endParaRPr lang="en-US" altLang="zh-CN" sz="4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  <a:p>
            <a:pPr algn="ctr">
              <a:defRPr/>
            </a:pPr>
            <a:r>
              <a:rPr lang="zh-CN" alt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基列的香膏万世的磐石</a:t>
            </a:r>
            <a:endParaRPr lang="en-US" altLang="zh-CN" sz="4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  <a:p>
            <a:pPr algn="ctr">
              <a:defRPr/>
            </a:pPr>
            <a:r>
              <a:rPr lang="zh-CN" alt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他是耶和华医治你的神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1739343"/>
            <a:ext cx="9144000" cy="280076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zh-CN" alt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唱哈利路亚唱哈利路亚</a:t>
            </a:r>
            <a:endParaRPr lang="en-US" altLang="zh-CN" sz="4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  <a:p>
            <a:pPr algn="ctr">
              <a:defRPr/>
            </a:pPr>
            <a:r>
              <a:rPr lang="zh-CN" alt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唱哈利路亚唱哈利路亚</a:t>
            </a:r>
            <a:endParaRPr lang="en-US" altLang="zh-CN" sz="4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  <a:p>
            <a:pPr algn="ctr">
              <a:defRPr/>
            </a:pPr>
            <a:r>
              <a:rPr lang="zh-CN" alt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他是全能的上帝</a:t>
            </a:r>
            <a:endParaRPr lang="en-US" altLang="zh-CN" sz="4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  <a:p>
            <a:pPr algn="ctr">
              <a:defRPr/>
            </a:pPr>
            <a:r>
              <a:rPr lang="zh-CN" alt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他是耶和华医治你的神</a:t>
            </a:r>
          </a:p>
        </p:txBody>
      </p:sp>
      <p:sp>
        <p:nvSpPr>
          <p:cNvPr id="9" name="TextBox 8"/>
          <p:cNvSpPr txBox="1"/>
          <p:nvPr/>
        </p:nvSpPr>
        <p:spPr>
          <a:xfrm rot="10800000" flipH="1" flipV="1">
            <a:off x="0" y="2059809"/>
            <a:ext cx="9144000" cy="280076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zh-CN" alt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自永有真神亚伯拉罕的神</a:t>
            </a:r>
            <a:endParaRPr lang="en-US" altLang="zh-CN" sz="4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  <a:p>
            <a:pPr algn="ctr">
              <a:defRPr/>
            </a:pPr>
            <a:r>
              <a:rPr lang="zh-CN" alt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耶和华沙龙平安主上帝</a:t>
            </a:r>
            <a:endParaRPr lang="en-US" altLang="zh-CN" sz="4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  <a:p>
            <a:pPr algn="ctr">
              <a:defRPr/>
            </a:pPr>
            <a:r>
              <a:rPr lang="zh-CN" alt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以色列真神永在的天父</a:t>
            </a:r>
            <a:endParaRPr lang="en-US" altLang="zh-CN" sz="4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  <a:p>
            <a:pPr algn="ctr">
              <a:defRPr/>
            </a:pPr>
            <a:r>
              <a:rPr lang="zh-CN" alt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他是耶和华医治你的神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1752043"/>
            <a:ext cx="9144000" cy="280076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zh-CN" alt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耶和华以勒我的供应者</a:t>
            </a:r>
            <a:endParaRPr lang="en-US" altLang="zh-CN" sz="4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  <a:p>
            <a:pPr algn="ctr">
              <a:defRPr/>
            </a:pPr>
            <a:r>
              <a:rPr lang="zh-CN" alt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耶和华尼西得胜的旌旗</a:t>
            </a:r>
            <a:endParaRPr lang="en-US" altLang="zh-CN" sz="4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  <a:p>
            <a:pPr algn="ctr">
              <a:defRPr/>
            </a:pPr>
            <a:r>
              <a:rPr lang="zh-CN" alt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赐下独生子成为神的见证</a:t>
            </a:r>
            <a:endParaRPr lang="en-US" altLang="zh-CN" sz="4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  <a:p>
            <a:pPr algn="ctr">
              <a:defRPr/>
            </a:pPr>
            <a:r>
              <a:rPr lang="zh-CN" alt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他是耶和华医治你的神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  <p:bldP spid="7" grpId="0"/>
      <p:bldP spid="8" grpId="0"/>
      <p:bldP spid="9" grpId="0"/>
      <p:bldP spid="1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001125" cy="5400675"/>
          </a:xfrm>
          <a:prstGeom prst="rect">
            <a:avLst/>
          </a:prstGeom>
        </p:spPr>
      </p:pic>
      <p:sp>
        <p:nvSpPr>
          <p:cNvPr id="9" name="모서리가 둥근 직사각형 8"/>
          <p:cNvSpPr/>
          <p:nvPr/>
        </p:nvSpPr>
        <p:spPr>
          <a:xfrm>
            <a:off x="0" y="-1"/>
            <a:ext cx="9001125" cy="5400675"/>
          </a:xfrm>
          <a:prstGeom prst="roundRect">
            <a:avLst>
              <a:gd name="adj" fmla="val 0"/>
            </a:avLst>
          </a:prstGeom>
          <a:solidFill>
            <a:schemeClr val="tx1">
              <a:alpha val="40000"/>
            </a:schemeClr>
          </a:soli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9129" tIns="34564" rIns="69129" bIns="34564" rtlCol="0" anchor="ctr"/>
          <a:lstStyle/>
          <a:p>
            <a:pPr algn="ctr"/>
            <a:endParaRPr lang="ko-KR" altLang="en-US" sz="1400" dirty="0"/>
          </a:p>
        </p:txBody>
      </p:sp>
      <p:grpSp>
        <p:nvGrpSpPr>
          <p:cNvPr id="3" name="그룹 16"/>
          <p:cNvGrpSpPr/>
          <p:nvPr/>
        </p:nvGrpSpPr>
        <p:grpSpPr>
          <a:xfrm>
            <a:off x="1590057" y="1306147"/>
            <a:ext cx="5821011" cy="1794490"/>
            <a:chOff x="2035834" y="1992702"/>
            <a:chExt cx="7884544" cy="2278717"/>
          </a:xfrm>
        </p:grpSpPr>
        <p:sp>
          <p:nvSpPr>
            <p:cNvPr id="18" name="TextBox 17"/>
            <p:cNvSpPr txBox="1"/>
            <p:nvPr/>
          </p:nvSpPr>
          <p:spPr>
            <a:xfrm>
              <a:off x="5215777" y="3501978"/>
              <a:ext cx="1524662" cy="7621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3300" dirty="0">
                  <a:solidFill>
                    <a:schemeClr val="bg1"/>
                  </a:solidFill>
                  <a:latin typeface="나눔손글씨 붓" panose="03060600000000000000" pitchFamily="66" charset="-127"/>
                  <a:ea typeface="나눔손글씨 붓" panose="03060600000000000000" pitchFamily="66" charset="-127"/>
                </a:rPr>
                <a:t>Pray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3336548" y="2163150"/>
              <a:ext cx="5283119" cy="154376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7300" b="1" dirty="0" smtClean="0">
                  <a:solidFill>
                    <a:schemeClr val="bg1"/>
                  </a:solidFill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奉献祷告</a:t>
              </a:r>
              <a:endParaRPr lang="ko-KR" altLang="en-US" sz="7300" b="1" dirty="0">
                <a:solidFill>
                  <a:schemeClr val="bg1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endParaRPr>
            </a:p>
          </p:txBody>
        </p:sp>
        <p:sp>
          <p:nvSpPr>
            <p:cNvPr id="20" name="직사각형 19"/>
            <p:cNvSpPr/>
            <p:nvPr/>
          </p:nvSpPr>
          <p:spPr>
            <a:xfrm>
              <a:off x="2035834" y="1992702"/>
              <a:ext cx="7884544" cy="2278717"/>
            </a:xfrm>
            <a:prstGeom prst="rect">
              <a:avLst/>
            </a:prstGeom>
            <a:noFill/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="" xmlns:p14="http://schemas.microsoft.com/office/powerpoint/2010/main" val="3130990040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20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340322" y="2124273"/>
            <a:ext cx="475252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600" dirty="0" smtClean="0"/>
              <a:t>教 会 消 息</a:t>
            </a:r>
            <a:endParaRPr lang="zh-CN" altLang="en-US" sz="6600" dirty="0"/>
          </a:p>
        </p:txBody>
      </p:sp>
      <p:sp>
        <p:nvSpPr>
          <p:cNvPr id="5" name="矩形 4"/>
          <p:cNvSpPr/>
          <p:nvPr/>
        </p:nvSpPr>
        <p:spPr>
          <a:xfrm>
            <a:off x="1836266" y="1980257"/>
            <a:ext cx="5184576" cy="1368152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1951657340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 b="-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836266" y="1980257"/>
            <a:ext cx="5184576" cy="1368152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" y="1330438"/>
            <a:ext cx="9145588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zh-CN" altLang="en-US" sz="4000" b="1" dirty="0" smtClean="0"/>
              <a:t>你像一棵果 树栽在溪水旁</a:t>
            </a:r>
            <a:br>
              <a:rPr lang="zh-CN" altLang="en-US" sz="4000" b="1" dirty="0" smtClean="0"/>
            </a:br>
            <a:r>
              <a:rPr lang="zh-CN" altLang="en-US" sz="4000" b="1" dirty="0" smtClean="0"/>
              <a:t>往下扎根 靠着信心</a:t>
            </a:r>
            <a:br>
              <a:rPr lang="zh-CN" altLang="en-US" sz="4000" b="1" dirty="0" smtClean="0"/>
            </a:br>
            <a:r>
              <a:rPr lang="zh-CN" altLang="en-US" sz="4000" b="1" dirty="0" smtClean="0"/>
              <a:t>在上帝的爱里面</a:t>
            </a:r>
            <a:br>
              <a:rPr lang="zh-CN" altLang="en-US" sz="4000" b="1" dirty="0" smtClean="0"/>
            </a:br>
            <a:r>
              <a:rPr lang="zh-CN" altLang="en-US" sz="4000" b="1" dirty="0" smtClean="0"/>
              <a:t>明白主旨意 明白主旨意</a:t>
            </a:r>
            <a:br>
              <a:rPr lang="zh-CN" altLang="en-US" sz="4000" b="1" dirty="0" smtClean="0"/>
            </a:br>
            <a:r>
              <a:rPr lang="zh-CN" altLang="en-US" sz="4000" b="1" dirty="0" smtClean="0"/>
              <a:t>过着得胜生活</a:t>
            </a:r>
            <a:endParaRPr lang="zh-CN" altLang="en-US" sz="4000" b="1" dirty="0"/>
          </a:p>
        </p:txBody>
      </p:sp>
      <p:sp>
        <p:nvSpPr>
          <p:cNvPr id="7" name="矩形 6"/>
          <p:cNvSpPr/>
          <p:nvPr/>
        </p:nvSpPr>
        <p:spPr>
          <a:xfrm>
            <a:off x="1" y="407241"/>
            <a:ext cx="9145588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4400" b="1" dirty="0" smtClean="0">
                <a:solidFill>
                  <a:srgbClr val="FF0000"/>
                </a:solidFill>
              </a:rPr>
              <a:t>你像一棵果树</a:t>
            </a:r>
            <a:endParaRPr lang="zh-CN" altLang="en-US" sz="4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951657340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 t="-10000" b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xmlns="" id="{CCC6ECF4-24E8-4F90-9549-4D424BD9C8F6}"/>
              </a:ext>
            </a:extLst>
          </p:cNvPr>
          <p:cNvSpPr txBox="1"/>
          <p:nvPr/>
        </p:nvSpPr>
        <p:spPr>
          <a:xfrm>
            <a:off x="108074" y="1593949"/>
            <a:ext cx="6696744" cy="1106388"/>
          </a:xfrm>
          <a:prstGeom prst="rect">
            <a:avLst/>
          </a:prstGeom>
          <a:noFill/>
        </p:spPr>
        <p:txBody>
          <a:bodyPr wrap="square" lIns="89849" tIns="44924" rIns="89849" bIns="44924" rtlCol="0" anchor="t">
            <a:spAutoFit/>
          </a:bodyPr>
          <a:lstStyle/>
          <a:p>
            <a:pPr algn="ctr"/>
            <a:r>
              <a:rPr lang="zh-CN" altLang="en-US" sz="6600" b="1" dirty="0" smtClean="0">
                <a:solidFill>
                  <a:schemeClr val="bg1"/>
                </a:solidFill>
              </a:rPr>
              <a:t>主  祷  文</a:t>
            </a:r>
            <a:endParaRPr lang="zh-CN" altLang="en-US" sz="6600" b="1" dirty="0">
              <a:solidFill>
                <a:schemeClr val="bg1"/>
              </a:solidFill>
              <a:ea typeface="Arial Unicode MS" panose="020B0604020202020204" charset="-122"/>
              <a:cs typeface="Arial Unicode MS" panose="020B0604020202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12130" y="1404193"/>
            <a:ext cx="5616624" cy="1512168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2955912757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type="subTitle" idx="1"/>
          </p:nvPr>
        </p:nvSpPr>
        <p:spPr>
          <a:xfrm>
            <a:off x="35941" y="1260177"/>
            <a:ext cx="9001125" cy="3528392"/>
          </a:xfrm>
        </p:spPr>
        <p:txBody>
          <a:bodyPr anchor="ctr">
            <a:noAutofit/>
          </a:bodyPr>
          <a:lstStyle/>
          <a:p>
            <a:pPr lvl="0" algn="ctr"/>
            <a:r>
              <a:rPr lang="zh-CN" altLang="en-US" sz="4400" b="1" dirty="0" smtClean="0"/>
              <a:t>我们在天上的 父</a:t>
            </a:r>
          </a:p>
          <a:p>
            <a:pPr lvl="0" algn="ctr"/>
            <a:r>
              <a:rPr lang="zh-CN" altLang="en-US" sz="4400" b="1" dirty="0" smtClean="0"/>
              <a:t>愿人都尊你的名为圣</a:t>
            </a:r>
          </a:p>
          <a:p>
            <a:pPr lvl="0" algn="ctr"/>
            <a:r>
              <a:rPr lang="zh-CN" altLang="en-US" sz="4400" b="1" dirty="0" smtClean="0"/>
              <a:t>愿你的国度降临</a:t>
            </a:r>
          </a:p>
          <a:p>
            <a:pPr lvl="0" algn="ctr"/>
            <a:r>
              <a:rPr lang="zh-CN" altLang="en-US" sz="4400" b="1" dirty="0" smtClean="0"/>
              <a:t>愿你的旨意行在地</a:t>
            </a:r>
            <a:r>
              <a:rPr lang="zh-CN" altLang="en-US" sz="4400" b="1" dirty="0" smtClean="0"/>
              <a:t>上</a:t>
            </a:r>
            <a:endParaRPr lang="en-US" altLang="zh-CN" sz="4400" b="1" dirty="0" smtClean="0"/>
          </a:p>
          <a:p>
            <a:pPr lvl="0" algn="ctr"/>
            <a:r>
              <a:rPr lang="zh-CN" altLang="en-US" sz="4400" b="1" dirty="0" smtClean="0"/>
              <a:t>如</a:t>
            </a:r>
            <a:r>
              <a:rPr lang="zh-CN" altLang="en-US" sz="4400" b="1" dirty="0" smtClean="0"/>
              <a:t>同行在天上。</a:t>
            </a:r>
            <a:endParaRPr lang="zh-CN" altLang="en-US" sz="4400" b="1" dirty="0"/>
          </a:p>
        </p:txBody>
      </p:sp>
      <p:sp>
        <p:nvSpPr>
          <p:cNvPr id="4" name="TextBox 3"/>
          <p:cNvSpPr txBox="1"/>
          <p:nvPr/>
        </p:nvSpPr>
        <p:spPr>
          <a:xfrm>
            <a:off x="180082" y="398403"/>
            <a:ext cx="56166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 smtClean="0">
                <a:solidFill>
                  <a:srgbClr val="FF0000"/>
                </a:solidFill>
              </a:rPr>
              <a:t>主 祷 文</a:t>
            </a:r>
            <a:endParaRPr lang="zh-CN" altLang="en-US" sz="4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2616872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type="subTitle" idx="1"/>
          </p:nvPr>
        </p:nvSpPr>
        <p:spPr>
          <a:xfrm>
            <a:off x="-1" y="1620217"/>
            <a:ext cx="9001125" cy="3024336"/>
          </a:xfrm>
        </p:spPr>
        <p:txBody>
          <a:bodyPr>
            <a:noAutofit/>
          </a:bodyPr>
          <a:lstStyle/>
          <a:p>
            <a:pPr lvl="0" algn="ctr">
              <a:spcBef>
                <a:spcPts val="0"/>
              </a:spcBef>
              <a:buClrTx/>
              <a:buSzTx/>
              <a:defRPr/>
            </a:pPr>
            <a:r>
              <a:rPr lang="zh-CN" altLang="en-US" sz="4400" b="1" dirty="0" smtClean="0">
                <a:latin typeface="DengXian" panose="02010600030101010101" charset="-122"/>
                <a:ea typeface="DengXian" panose="02010600030101010101" charset="-122"/>
              </a:rPr>
              <a:t>我们日用的饮食</a:t>
            </a:r>
          </a:p>
          <a:p>
            <a:pPr lvl="0" algn="ctr">
              <a:spcBef>
                <a:spcPts val="0"/>
              </a:spcBef>
              <a:buClrTx/>
              <a:buSzTx/>
              <a:defRPr/>
            </a:pPr>
            <a:r>
              <a:rPr lang="zh-CN" altLang="en-US" sz="4400" b="1" dirty="0" smtClean="0">
                <a:latin typeface="DengXian" panose="02010600030101010101" charset="-122"/>
                <a:ea typeface="DengXian" panose="02010600030101010101" charset="-122"/>
              </a:rPr>
              <a:t>今日赐给我们</a:t>
            </a:r>
          </a:p>
          <a:p>
            <a:pPr lvl="0" algn="ctr">
              <a:spcBef>
                <a:spcPts val="0"/>
              </a:spcBef>
              <a:buClrTx/>
              <a:buSzTx/>
              <a:defRPr/>
            </a:pPr>
            <a:r>
              <a:rPr lang="zh-CN" altLang="en-US" sz="4400" b="1" dirty="0" smtClean="0">
                <a:latin typeface="DengXian" panose="02010600030101010101" charset="-122"/>
                <a:ea typeface="DengXian" panose="02010600030101010101" charset="-122"/>
              </a:rPr>
              <a:t>免我们所欠的债</a:t>
            </a:r>
            <a:endParaRPr lang="en-US" altLang="zh-CN" sz="4400" b="1" dirty="0" smtClean="0">
              <a:latin typeface="DengXian" panose="02010600030101010101" charset="-122"/>
              <a:ea typeface="DengXian" panose="02010600030101010101" charset="-122"/>
            </a:endParaRPr>
          </a:p>
          <a:p>
            <a:pPr lvl="0" algn="ctr">
              <a:spcBef>
                <a:spcPts val="0"/>
              </a:spcBef>
              <a:buClrTx/>
              <a:buSzTx/>
              <a:defRPr/>
            </a:pPr>
            <a:r>
              <a:rPr lang="zh-CN" altLang="en-US" sz="4400" b="1" dirty="0" smtClean="0">
                <a:latin typeface="DengXian" panose="02010600030101010101" charset="-122"/>
                <a:ea typeface="DengXian" panose="02010600030101010101" charset="-122"/>
              </a:rPr>
              <a:t>如同我们免了人的债</a:t>
            </a:r>
            <a:endParaRPr lang="en-US" altLang="zh-CN" sz="4400" b="1" dirty="0" smtClean="0">
              <a:latin typeface="DengXian" panose="02010600030101010101" charset="-122"/>
              <a:ea typeface="DengXian" panose="02010600030101010101" charset="-122"/>
            </a:endParaRPr>
          </a:p>
          <a:p>
            <a:pPr lvl="0" algn="ctr">
              <a:spcBef>
                <a:spcPts val="0"/>
              </a:spcBef>
              <a:buClrTx/>
              <a:buSzTx/>
              <a:defRPr/>
            </a:pPr>
            <a:r>
              <a:rPr lang="zh-CN" altLang="en-US" sz="4400" b="1" dirty="0" smtClean="0">
                <a:latin typeface="DengXian" panose="02010600030101010101" charset="-122"/>
                <a:ea typeface="DengXian" panose="02010600030101010101" charset="-122"/>
              </a:rPr>
              <a:t>哈利路亚</a:t>
            </a:r>
            <a:endParaRPr lang="zh-CN" altLang="en-US" sz="4400" b="1" dirty="0">
              <a:latin typeface="DengXian" panose="02010600030101010101" charset="-122"/>
              <a:ea typeface="DengXian" panose="02010600030101010101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52090" y="468089"/>
            <a:ext cx="56166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 smtClean="0">
                <a:solidFill>
                  <a:srgbClr val="FF0000"/>
                </a:solidFill>
                <a:latin typeface="Malgun Gothic" pitchFamily="34" charset="-127"/>
              </a:rPr>
              <a:t>主 祷 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xmlns="" val="12616872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type="subTitle" idx="1"/>
          </p:nvPr>
        </p:nvSpPr>
        <p:spPr>
          <a:xfrm>
            <a:off x="0" y="1620217"/>
            <a:ext cx="9001125" cy="3024336"/>
          </a:xfrm>
        </p:spPr>
        <p:txBody>
          <a:bodyPr>
            <a:noAutofit/>
          </a:bodyPr>
          <a:lstStyle/>
          <a:p>
            <a:pPr lvl="0" algn="ctr">
              <a:spcBef>
                <a:spcPts val="0"/>
              </a:spcBef>
              <a:buClrTx/>
              <a:buSzTx/>
              <a:defRPr/>
            </a:pPr>
            <a:r>
              <a:rPr lang="zh-CN" altLang="en-US" sz="4400" b="1" dirty="0" smtClean="0">
                <a:latin typeface="DengXian" panose="02010600030101010101" charset="-122"/>
                <a:ea typeface="DengXian" panose="02010600030101010101" charset="-122"/>
              </a:rPr>
              <a:t>不叫我们遇见试探</a:t>
            </a:r>
            <a:endParaRPr lang="en-US" altLang="zh-CN" sz="4400" b="1" dirty="0" smtClean="0">
              <a:latin typeface="DengXian" panose="02010600030101010101" charset="-122"/>
              <a:ea typeface="DengXian" panose="02010600030101010101" charset="-122"/>
            </a:endParaRPr>
          </a:p>
          <a:p>
            <a:pPr lvl="0" algn="ctr">
              <a:spcBef>
                <a:spcPts val="0"/>
              </a:spcBef>
              <a:buClrTx/>
              <a:buSzTx/>
              <a:defRPr/>
            </a:pPr>
            <a:r>
              <a:rPr lang="zh-CN" altLang="en-US" sz="4400" b="1" dirty="0" smtClean="0">
                <a:latin typeface="DengXian" panose="02010600030101010101" charset="-122"/>
                <a:ea typeface="DengXian" panose="02010600030101010101" charset="-122"/>
              </a:rPr>
              <a:t>救我们脱离凶恶</a:t>
            </a:r>
          </a:p>
          <a:p>
            <a:pPr lvl="0" algn="ctr">
              <a:spcBef>
                <a:spcPts val="0"/>
              </a:spcBef>
              <a:buClrTx/>
              <a:buSzTx/>
              <a:defRPr/>
            </a:pPr>
            <a:r>
              <a:rPr lang="zh-CN" altLang="en-US" sz="4400" b="1" dirty="0" smtClean="0">
                <a:latin typeface="DengXian" panose="02010600030101010101" charset="-122"/>
                <a:ea typeface="DengXian" panose="02010600030101010101" charset="-122"/>
              </a:rPr>
              <a:t>因为国度</a:t>
            </a:r>
            <a:endParaRPr lang="en-US" altLang="zh-CN" sz="4400" b="1" dirty="0" smtClean="0">
              <a:latin typeface="DengXian" panose="02010600030101010101" charset="-122"/>
              <a:ea typeface="DengXian" panose="02010600030101010101" charset="-122"/>
            </a:endParaRPr>
          </a:p>
          <a:p>
            <a:pPr lvl="0" algn="ctr">
              <a:spcBef>
                <a:spcPts val="0"/>
              </a:spcBef>
              <a:buClrTx/>
              <a:buSzTx/>
              <a:defRPr/>
            </a:pPr>
            <a:r>
              <a:rPr lang="zh-CN" altLang="en-US" sz="4400" b="1" dirty="0" smtClean="0">
                <a:latin typeface="DengXian" panose="02010600030101010101" charset="-122"/>
                <a:ea typeface="DengXian" panose="02010600030101010101" charset="-122"/>
              </a:rPr>
              <a:t>权柄和荣耀</a:t>
            </a:r>
          </a:p>
          <a:p>
            <a:pPr lvl="0" algn="ctr">
              <a:spcBef>
                <a:spcPts val="0"/>
              </a:spcBef>
              <a:buClrTx/>
              <a:buSzTx/>
              <a:defRPr/>
            </a:pPr>
            <a:r>
              <a:rPr lang="zh-CN" altLang="en-US" sz="4400" b="1" dirty="0" smtClean="0">
                <a:latin typeface="DengXian" panose="02010600030101010101" charset="-122"/>
                <a:ea typeface="DengXian" panose="02010600030101010101" charset="-122"/>
              </a:rPr>
              <a:t>全是你的，直到永远</a:t>
            </a:r>
            <a:endParaRPr lang="zh-CN" altLang="en-US" sz="4400" b="1" dirty="0">
              <a:latin typeface="DengXian" panose="02010600030101010101" charset="-122"/>
              <a:ea typeface="DengXian" panose="02010600030101010101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80082" y="396081"/>
            <a:ext cx="56166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 smtClean="0">
                <a:solidFill>
                  <a:srgbClr val="FF0000"/>
                </a:solidFill>
                <a:latin typeface="Malgun Gothic" pitchFamily="34" charset="-127"/>
              </a:rPr>
              <a:t>主 祷 文</a:t>
            </a:r>
            <a:endParaRPr lang="zh-CN" altLang="en-US" sz="4000" b="1" dirty="0">
              <a:solidFill>
                <a:srgbClr val="FF0000"/>
              </a:solidFill>
              <a:latin typeface="Malgun Gothic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2616872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type="subTitle" idx="1"/>
          </p:nvPr>
        </p:nvSpPr>
        <p:spPr>
          <a:xfrm>
            <a:off x="0" y="1620217"/>
            <a:ext cx="9001125" cy="3024336"/>
          </a:xfrm>
        </p:spPr>
        <p:txBody>
          <a:bodyPr>
            <a:noAutofit/>
          </a:bodyPr>
          <a:lstStyle/>
          <a:p>
            <a:pPr lvl="0" algn="ctr">
              <a:spcBef>
                <a:spcPts val="0"/>
              </a:spcBef>
              <a:buClrTx/>
              <a:buSzTx/>
              <a:defRPr/>
            </a:pPr>
            <a:r>
              <a:rPr lang="zh-CN" altLang="en-US" sz="4400" b="1" dirty="0" smtClean="0">
                <a:latin typeface="DengXian" panose="02010600030101010101" charset="-122"/>
                <a:ea typeface="DengXian" panose="02010600030101010101" charset="-122"/>
              </a:rPr>
              <a:t>我要一生一世寻求</a:t>
            </a:r>
            <a:endParaRPr lang="en-US" altLang="zh-CN" sz="4400" b="1" dirty="0" smtClean="0">
              <a:latin typeface="DengXian" panose="02010600030101010101" charset="-122"/>
              <a:ea typeface="DengXian" panose="02010600030101010101" charset="-122"/>
            </a:endParaRPr>
          </a:p>
          <a:p>
            <a:pPr lvl="0" algn="ctr">
              <a:spcBef>
                <a:spcPts val="0"/>
              </a:spcBef>
              <a:buClrTx/>
              <a:buSzTx/>
              <a:defRPr/>
            </a:pPr>
            <a:r>
              <a:rPr lang="zh-CN" altLang="en-US" sz="4400" b="1" dirty="0" smtClean="0">
                <a:latin typeface="DengXian" panose="02010600030101010101" charset="-122"/>
                <a:ea typeface="DengXian" panose="02010600030101010101" charset="-122"/>
              </a:rPr>
              <a:t>在主殿中瞻仰荣美</a:t>
            </a:r>
            <a:endParaRPr lang="en-US" altLang="zh-CN" sz="4400" b="1" dirty="0" smtClean="0">
              <a:latin typeface="DengXian" panose="02010600030101010101" charset="-122"/>
              <a:ea typeface="DengXian" panose="02010600030101010101" charset="-122"/>
            </a:endParaRPr>
          </a:p>
          <a:p>
            <a:pPr lvl="0" algn="ctr">
              <a:spcBef>
                <a:spcPts val="0"/>
              </a:spcBef>
              <a:buClrTx/>
              <a:buSzTx/>
              <a:defRPr/>
            </a:pPr>
            <a:r>
              <a:rPr lang="zh-CN" altLang="en-US" sz="4400" b="1" dirty="0" smtClean="0">
                <a:latin typeface="DengXian" panose="02010600030101010101" charset="-122"/>
                <a:ea typeface="DengXian" panose="02010600030101010101" charset="-122"/>
              </a:rPr>
              <a:t>因为国度</a:t>
            </a:r>
            <a:endParaRPr lang="en-US" altLang="zh-CN" sz="4400" b="1" dirty="0" smtClean="0">
              <a:latin typeface="DengXian" panose="02010600030101010101" charset="-122"/>
              <a:ea typeface="DengXian" panose="02010600030101010101" charset="-122"/>
            </a:endParaRPr>
          </a:p>
          <a:p>
            <a:pPr lvl="0" algn="ctr">
              <a:spcBef>
                <a:spcPts val="0"/>
              </a:spcBef>
              <a:buClrTx/>
              <a:buSzTx/>
              <a:defRPr/>
            </a:pPr>
            <a:r>
              <a:rPr lang="zh-CN" altLang="en-US" sz="4400" b="1" dirty="0" smtClean="0">
                <a:latin typeface="DengXian" panose="02010600030101010101" charset="-122"/>
                <a:ea typeface="DengXian" panose="02010600030101010101" charset="-122"/>
              </a:rPr>
              <a:t>权柄和荣耀</a:t>
            </a:r>
          </a:p>
          <a:p>
            <a:pPr lvl="0" algn="ctr">
              <a:spcBef>
                <a:spcPts val="0"/>
              </a:spcBef>
              <a:buClrTx/>
              <a:buSzTx/>
              <a:defRPr/>
            </a:pPr>
            <a:r>
              <a:rPr lang="zh-CN" altLang="en-US" sz="4400" b="1" dirty="0" smtClean="0">
                <a:latin typeface="DengXian" panose="02010600030101010101" charset="-122"/>
                <a:ea typeface="DengXian" panose="02010600030101010101" charset="-122"/>
              </a:rPr>
              <a:t>全是你的，直到永远</a:t>
            </a:r>
            <a:endParaRPr lang="zh-CN" altLang="en-US" sz="4400" b="1" dirty="0">
              <a:latin typeface="DengXian" panose="02010600030101010101" charset="-122"/>
              <a:ea typeface="DengXian" panose="02010600030101010101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80082" y="396081"/>
            <a:ext cx="56166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 smtClean="0">
                <a:solidFill>
                  <a:srgbClr val="FF0000"/>
                </a:solidFill>
                <a:latin typeface="Malgun Gothic" pitchFamily="34" charset="-127"/>
              </a:rPr>
              <a:t>主 祷 文</a:t>
            </a:r>
            <a:endParaRPr lang="zh-CN" altLang="en-US" sz="4000" b="1" dirty="0">
              <a:solidFill>
                <a:srgbClr val="FF0000"/>
              </a:solidFill>
              <a:latin typeface="Malgun Gothic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2616872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 cstate="print">
            <a:lum/>
          </a:blip>
          <a:srcRect/>
          <a:stretch>
            <a:fillRect t="-1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60402" y="1232882"/>
            <a:ext cx="468052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0" dirty="0" smtClean="0">
                <a:solidFill>
                  <a:schemeClr val="bg1"/>
                </a:solidFill>
              </a:rPr>
              <a:t>祝   祷</a:t>
            </a:r>
            <a:endParaRPr lang="zh-CN" altLang="en-US" sz="8000" dirty="0">
              <a:solidFill>
                <a:schemeClr val="bg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2340322" y="1116161"/>
            <a:ext cx="4464496" cy="1872208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4068514" y="2340297"/>
            <a:ext cx="12241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dirty="0" smtClean="0">
                <a:solidFill>
                  <a:schemeClr val="bg1"/>
                </a:solidFill>
                <a:latin typeface="나눔손글씨 붓" panose="03060600000000000000" pitchFamily="66" charset="-127"/>
                <a:ea typeface="나눔손글씨 붓" panose="03060600000000000000" pitchFamily="66" charset="-127"/>
              </a:rPr>
              <a:t>Pray</a:t>
            </a:r>
            <a:endParaRPr lang="en-US" altLang="ko-KR" sz="3600" dirty="0" smtClean="0">
              <a:solidFill>
                <a:schemeClr val="bg1"/>
              </a:solidFill>
              <a:latin typeface="나눔손글씨 붓" panose="03060600000000000000" pitchFamily="66" charset="-127"/>
              <a:ea typeface="나눔손글씨 붓" panose="03060600000000000000" pitchFamily="66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289335506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跋涉">
  <a:themeElements>
    <a:clrScheme name="跋涉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跋涉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跋涉">
      <a:fillStyleLst>
        <a:solidFill>
          <a:schemeClr val="phClr"/>
        </a:solidFill>
        <a:gradFill rotWithShape="1">
          <a:gsLst>
            <a:gs pos="0">
              <a:schemeClr val="phClr">
                <a:tint val="30000"/>
                <a:satMod val="250000"/>
              </a:schemeClr>
            </a:gs>
            <a:gs pos="72000">
              <a:schemeClr val="phClr">
                <a:tint val="75000"/>
                <a:satMod val="210000"/>
              </a:schemeClr>
            </a:gs>
            <a:gs pos="100000">
              <a:schemeClr val="phClr">
                <a:tint val="85000"/>
                <a:satMod val="21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5000"/>
                <a:shade val="85000"/>
                <a:satMod val="230000"/>
              </a:schemeClr>
            </a:gs>
            <a:gs pos="25000">
              <a:schemeClr val="phClr">
                <a:tint val="90000"/>
                <a:shade val="70000"/>
                <a:satMod val="220000"/>
              </a:schemeClr>
            </a:gs>
            <a:gs pos="50000">
              <a:schemeClr val="phClr">
                <a:tint val="90000"/>
                <a:shade val="58000"/>
                <a:satMod val="225000"/>
              </a:schemeClr>
            </a:gs>
            <a:gs pos="65000">
              <a:schemeClr val="phClr">
                <a:tint val="90000"/>
                <a:shade val="58000"/>
                <a:satMod val="225000"/>
              </a:schemeClr>
            </a:gs>
            <a:gs pos="80000">
              <a:schemeClr val="phClr">
                <a:tint val="90000"/>
                <a:shade val="69000"/>
                <a:satMod val="220000"/>
              </a:schemeClr>
            </a:gs>
            <a:gs pos="100000">
              <a:schemeClr val="phClr">
                <a:tint val="77000"/>
                <a:shade val="80000"/>
                <a:satMod val="230000"/>
              </a:schemeClr>
            </a:gs>
          </a:gsLst>
          <a:lin ang="5400000" scaled="1"/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0"/>
            </a:lightRig>
          </a:scene3d>
          <a:sp3d prstMaterial="metal">
            <a:bevelT w="10000" h="10000"/>
          </a:sp3d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bliqueTopLeft" fov="600000">
              <a:rot lat="0" lon="0" rev="0"/>
            </a:camera>
            <a:lightRig rig="balanced" dir="t">
              <a:rot lat="0" lon="0" rev="19200000"/>
            </a:lightRig>
          </a:scene3d>
          <a:sp3d contourW="12700" prstMaterial="matte">
            <a:bevelT w="60000" h="50800"/>
            <a:contourClr>
              <a:schemeClr val="phClr">
                <a:shade val="60000"/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05000"/>
              </a:schemeClr>
            </a:duotone>
          </a:blip>
          <a:tile tx="0" ty="0" sx="95000" sy="95000" flip="none" algn="t"/>
        </a:blipFill>
        <a:blipFill>
          <a:blip xmlns:r="http://schemas.openxmlformats.org/officeDocument/2006/relationships" r:embed="rId2">
            <a:duotone>
              <a:schemeClr val="phClr">
                <a:shade val="30000"/>
                <a:satMod val="455000"/>
              </a:schemeClr>
              <a:schemeClr val="phClr">
                <a:tint val="95000"/>
                <a:satMod val="12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3551</TotalTime>
  <Words>966</Words>
  <Application>Microsoft Office PowerPoint</Application>
  <PresentationFormat>自定义</PresentationFormat>
  <Paragraphs>111</Paragraphs>
  <Slides>25</Slides>
  <Notes>4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26" baseType="lpstr">
      <vt:lpstr>跋涉</vt:lpstr>
      <vt:lpstr>幻灯片 1</vt:lpstr>
      <vt:lpstr>幻灯片 2</vt:lpstr>
      <vt:lpstr>幻灯片 3</vt:lpstr>
      <vt:lpstr>幻灯片 4</vt:lpstr>
      <vt:lpstr>幻灯片 5</vt:lpstr>
      <vt:lpstr>幻灯片 6</vt:lpstr>
      <vt:lpstr>幻灯片 7</vt:lpstr>
      <vt:lpstr>幻灯片 8</vt:lpstr>
      <vt:lpstr>幻灯片 9</vt:lpstr>
      <vt:lpstr>幻灯片 10</vt:lpstr>
      <vt:lpstr>幻灯片 11</vt:lpstr>
      <vt:lpstr>幻灯片 12</vt:lpstr>
      <vt:lpstr>幻灯片 13</vt:lpstr>
      <vt:lpstr>幻灯片 14</vt:lpstr>
      <vt:lpstr>幻灯片 15</vt:lpstr>
      <vt:lpstr>幻灯片 16</vt:lpstr>
      <vt:lpstr>幻灯片 17</vt:lpstr>
      <vt:lpstr>幻灯片 18</vt:lpstr>
      <vt:lpstr>幻灯片 19</vt:lpstr>
      <vt:lpstr>幻灯片 20</vt:lpstr>
      <vt:lpstr>幻灯片 21</vt:lpstr>
      <vt:lpstr>幻灯片 22</vt:lpstr>
      <vt:lpstr>幻灯片 23</vt:lpstr>
      <vt:lpstr>幻灯片 24</vt:lpstr>
      <vt:lpstr>幻灯片 25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한주</dc:title>
  <dc:creator>My Note-PC</dc:creator>
  <cp:lastModifiedBy>Administrator</cp:lastModifiedBy>
  <cp:revision>309</cp:revision>
  <dcterms:created xsi:type="dcterms:W3CDTF">2019-06-09T00:57:22Z</dcterms:created>
  <dcterms:modified xsi:type="dcterms:W3CDTF">2020-08-08T07:43:03Z</dcterms:modified>
</cp:coreProperties>
</file>